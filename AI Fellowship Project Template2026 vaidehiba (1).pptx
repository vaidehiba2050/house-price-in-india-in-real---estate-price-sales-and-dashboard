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89B27-A40B-4F6B-B73E-55BAAD84D3D9}" v="136" dt="2026-03-28T17:32:23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81" y="45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dehiba Barad" userId="9f4a5bd195dedd27" providerId="LiveId" clId="{0FEE92F9-5F88-4E5B-AF1D-22562DEFC8E3}"/>
    <pc:docChg chg="custSel modSld modMainMaster">
      <pc:chgData name="Vaidehiba Barad" userId="9f4a5bd195dedd27" providerId="LiveId" clId="{0FEE92F9-5F88-4E5B-AF1D-22562DEFC8E3}" dt="2026-03-28T17:32:23.426" v="407"/>
      <pc:docMkLst>
        <pc:docMk/>
      </pc:docMkLst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57"/>
        </pc:sldMkLst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58"/>
        </pc:sldMkLst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59"/>
        </pc:sldMkLst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60"/>
        </pc:sldMkLst>
      </pc:sldChg>
      <pc:sldChg chg="modSp modTransition">
        <pc:chgData name="Vaidehiba Barad" userId="9f4a5bd195dedd27" providerId="LiveId" clId="{0FEE92F9-5F88-4E5B-AF1D-22562DEFC8E3}" dt="2026-03-28T17:32:23.426" v="407"/>
        <pc:sldMkLst>
          <pc:docMk/>
          <pc:sldMk cId="0" sldId="261"/>
        </pc:sldMkLst>
        <pc:spChg chg="mod">
          <ac:chgData name="Vaidehiba Barad" userId="9f4a5bd195dedd27" providerId="LiveId" clId="{0FEE92F9-5F88-4E5B-AF1D-22562DEFC8E3}" dt="2026-03-28T16:41:23.933" v="77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1:19.026" v="7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1:41.304" v="122"/>
          <ac:spMkLst>
            <pc:docMk/>
            <pc:sldMk cId="0" sldId="261"/>
            <ac:spMk id="17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2:00.824" v="123"/>
          <ac:spMkLst>
            <pc:docMk/>
            <pc:sldMk cId="0" sldId="261"/>
            <ac:spMk id="21" creationId="{00000000-0000-0000-0000-000000000000}"/>
          </ac:spMkLst>
        </pc:spChg>
      </pc:sldChg>
      <pc:sldChg chg="addSp delSp modSp mod modTransition modAnim">
        <pc:chgData name="Vaidehiba Barad" userId="9f4a5bd195dedd27" providerId="LiveId" clId="{0FEE92F9-5F88-4E5B-AF1D-22562DEFC8E3}" dt="2026-03-28T17:32:23.426" v="407"/>
        <pc:sldMkLst>
          <pc:docMk/>
          <pc:sldMk cId="0" sldId="262"/>
        </pc:sldMkLst>
        <pc:spChg chg="mod">
          <ac:chgData name="Vaidehiba Barad" userId="9f4a5bd195dedd27" providerId="LiveId" clId="{0FEE92F9-5F88-4E5B-AF1D-22562DEFC8E3}" dt="2026-03-28T16:44:42.526" v="129" actId="1076"/>
          <ac:spMkLst>
            <pc:docMk/>
            <pc:sldMk cId="0" sldId="262"/>
            <ac:spMk id="9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4:51.744" v="130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6:38.075" v="144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6:25.481" v="142" actId="107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6:46:32.056" v="143" actId="1076"/>
          <ac:spMkLst>
            <pc:docMk/>
            <pc:sldMk cId="0" sldId="262"/>
            <ac:spMk id="21" creationId="{00000000-0000-0000-0000-000000000000}"/>
          </ac:spMkLst>
        </pc:spChg>
        <pc:picChg chg="add mod">
          <ac:chgData name="Vaidehiba Barad" userId="9f4a5bd195dedd27" providerId="LiveId" clId="{0FEE92F9-5F88-4E5B-AF1D-22562DEFC8E3}" dt="2026-03-28T16:45:15.012" v="133" actId="14100"/>
          <ac:picMkLst>
            <pc:docMk/>
            <pc:sldMk cId="0" sldId="262"/>
            <ac:picMk id="3" creationId="{709B40D6-F146-C63B-6DC2-922031D23695}"/>
          </ac:picMkLst>
        </pc:picChg>
        <pc:picChg chg="add mod">
          <ac:chgData name="Vaidehiba Barad" userId="9f4a5bd195dedd27" providerId="LiveId" clId="{0FEE92F9-5F88-4E5B-AF1D-22562DEFC8E3}" dt="2026-03-28T16:46:18.867" v="141" actId="14100"/>
          <ac:picMkLst>
            <pc:docMk/>
            <pc:sldMk cId="0" sldId="262"/>
            <ac:picMk id="8" creationId="{0AA354A7-7E62-F478-6CED-5868F018D68C}"/>
          </ac:picMkLst>
        </pc:picChg>
        <pc:picChg chg="add del mod">
          <ac:chgData name="Vaidehiba Barad" userId="9f4a5bd195dedd27" providerId="LiveId" clId="{0FEE92F9-5F88-4E5B-AF1D-22562DEFC8E3}" dt="2026-03-28T16:47:22.651" v="151" actId="478"/>
          <ac:picMkLst>
            <pc:docMk/>
            <pc:sldMk cId="0" sldId="262"/>
            <ac:picMk id="22" creationId="{44E4A4CA-B4BE-A5CE-CA7A-F8882E50674B}"/>
          </ac:picMkLst>
        </pc:picChg>
        <pc:picChg chg="add mod">
          <ac:chgData name="Vaidehiba Barad" userId="9f4a5bd195dedd27" providerId="LiveId" clId="{0FEE92F9-5F88-4E5B-AF1D-22562DEFC8E3}" dt="2026-03-28T16:48:00.031" v="159" actId="1076"/>
          <ac:picMkLst>
            <pc:docMk/>
            <pc:sldMk cId="0" sldId="262"/>
            <ac:picMk id="24" creationId="{69099472-4027-641B-5477-D88FAAC62D92}"/>
          </ac:picMkLst>
        </pc:picChg>
      </pc:sldChg>
      <pc:sldChg chg="modSp mod modTransition modAnim">
        <pc:chgData name="Vaidehiba Barad" userId="9f4a5bd195dedd27" providerId="LiveId" clId="{0FEE92F9-5F88-4E5B-AF1D-22562DEFC8E3}" dt="2026-03-28T17:32:23.426" v="407"/>
        <pc:sldMkLst>
          <pc:docMk/>
          <pc:sldMk cId="0" sldId="263"/>
        </pc:sldMkLst>
        <pc:spChg chg="mod">
          <ac:chgData name="Vaidehiba Barad" userId="9f4a5bd195dedd27" providerId="LiveId" clId="{0FEE92F9-5F88-4E5B-AF1D-22562DEFC8E3}" dt="2026-03-28T17:14:51.991" v="167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7:15:23.765" v="186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Vaidehiba Barad" userId="9f4a5bd195dedd27" providerId="LiveId" clId="{0FEE92F9-5F88-4E5B-AF1D-22562DEFC8E3}" dt="2026-03-28T17:27:09.846" v="397" actId="20577"/>
          <ac:spMkLst>
            <pc:docMk/>
            <pc:sldMk cId="0" sldId="263"/>
            <ac:spMk id="15" creationId="{00000000-0000-0000-0000-000000000000}"/>
          </ac:spMkLst>
        </pc:spChg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64"/>
        </pc:sldMkLst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65"/>
        </pc:sldMkLst>
      </pc:sldChg>
      <pc:sldChg chg="modTransition">
        <pc:chgData name="Vaidehiba Barad" userId="9f4a5bd195dedd27" providerId="LiveId" clId="{0FEE92F9-5F88-4E5B-AF1D-22562DEFC8E3}" dt="2026-03-28T17:32:23.426" v="407"/>
        <pc:sldMkLst>
          <pc:docMk/>
          <pc:sldMk cId="0" sldId="266"/>
        </pc:sldMkLst>
      </pc:sldChg>
      <pc:sldChg chg="modTransition addAnim delAnim">
        <pc:chgData name="Vaidehiba Barad" userId="9f4a5bd195dedd27" providerId="LiveId" clId="{0FEE92F9-5F88-4E5B-AF1D-22562DEFC8E3}" dt="2026-03-28T17:32:23.426" v="407"/>
        <pc:sldMkLst>
          <pc:docMk/>
          <pc:sldMk cId="121223606" sldId="268"/>
        </pc:sldMkLst>
      </pc:sldChg>
      <pc:sldMasterChg chg="modTransition modSldLayout">
        <pc:chgData name="Vaidehiba Barad" userId="9f4a5bd195dedd27" providerId="LiveId" clId="{0FEE92F9-5F88-4E5B-AF1D-22562DEFC8E3}" dt="2026-03-28T17:32:23.426" v="407"/>
        <pc:sldMasterMkLst>
          <pc:docMk/>
          <pc:sldMasterMk cId="0" sldId="2147483648"/>
        </pc:sldMasterMkLst>
        <pc:sldLayoutChg chg="modTransition">
          <pc:chgData name="Vaidehiba Barad" userId="9f4a5bd195dedd27" providerId="LiveId" clId="{0FEE92F9-5F88-4E5B-AF1D-22562DEFC8E3}" dt="2026-03-28T17:32:23.426" v="407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Vaidehiba Barad" userId="9f4a5bd195dedd27" providerId="LiveId" clId="{0FEE92F9-5F88-4E5B-AF1D-22562DEFC8E3}" dt="2026-03-28T17:32:23.426" v="407"/>
          <pc:sldLayoutMkLst>
            <pc:docMk/>
            <pc:sldMasterMk cId="0" sldId="2147483648"/>
            <pc:sldLayoutMk cId="2652038010" sldId="214748365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hyperlink" Target="mailto:jaydipsinhbarad459@gmail.com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-76885" y="4927081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 dirty="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00998" y="3815757"/>
            <a:ext cx="2140221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Barad Vaidehiba </a:t>
            </a: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Jaydipsinh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544411" cy="483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  <a:hlinkClick r:id="rId7"/>
              </a:rPr>
              <a:t>jaydipsinhbarad459@gmail.com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&amp; vaidehibabarad459@gmail.com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 mam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19729"/>
          <a:stretch>
            <a:fillRect/>
          </a:stretch>
        </p:blipFill>
        <p:spPr>
          <a:xfrm>
            <a:off x="31957" y="962079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0" grpId="0"/>
      <p:bldP spid="42" grpId="0"/>
      <p:bldP spid="41" grpId="0"/>
      <p:bldP spid="43" grpId="0"/>
      <p:bldP spid="31" grpId="0" animBg="1"/>
      <p:bldP spid="32" grpId="0" animBg="1"/>
      <p:bldP spid="33" grpId="0" animBg="1"/>
      <p:bldP spid="3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0" y="1318620"/>
            <a:ext cx="500234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Purpose : To study house price trends in </a:t>
            </a:r>
            <a:r>
              <a:rPr lang="en-US" dirty="0"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Open Sans" panose="020B0606030504020204" pitchFamily="34" charset="0"/>
                <a:cs typeface="Arial" panose="020B0604020202020204" pitchFamily="34" charset="0"/>
              </a:rPr>
              <a:t>ndia                              And  affordability , growth drivers.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Tools : Excel , Ai forecasting models.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Outcomes : Dashboards , affordability indices , predictive insights</a:t>
            </a: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Highlight : Unique integration of affordability + predictive analysis</a:t>
            </a: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53051" y="1193492"/>
            <a:ext cx="476291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Rising house price – affordability challenges for middle-income buyers</a:t>
            </a:r>
            <a:r>
              <a:rPr lang="en-US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of integrated dashboards combining affordability , growth trends , and predictive analysis 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Target users : policymakers , investors , buyers.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Scope : focus on urban cities ( Delhi-NCR , Bengaluru , Hyderabad , Pune , Mumbai) 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6" y="1207942"/>
            <a:ext cx="4663082" cy="32100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Build a Data-Driven dashboard.</a:t>
            </a: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Integrate house price dataset,             affordability indices, and AI – based predictive models.</a:t>
            </a: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benefits : clear city-wise insights , affordability gap analysis , future forecasts.</a:t>
            </a:r>
          </a:p>
          <a:p>
            <a:pPr marL="0" indent="0">
              <a:buNone/>
            </a:pPr>
            <a:endParaRPr lang="en-US" dirty="0">
              <a:solidFill>
                <a:srgbClr val="1A1A2E"/>
              </a:solidFill>
              <a:latin typeface="Lato" panose="020F0502020204030203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Innovation : Combines multiple Tools ( Excel , Python, AI)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House price dataset containing features like bedrooms, bathrooms, area, and price.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Data cleaning and analysis is done using Excel, including pivot tables and charts.</a:t>
            </a: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21790" y="34346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AI chatbot is created using Microsoft Copilot Studio to answer user queries.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 dashboard and chatbot responses showing insights and answers.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83464" y="2171384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1</a:t>
            </a:r>
          </a:p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Price Trends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0624" y="3882951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Year – on Year growth</a:t>
            </a:r>
          </a:p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Across cities.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2</a:t>
            </a:r>
          </a:p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Affordability Index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64511" y="3924424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Income vs. house</a:t>
            </a:r>
          </a:p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Price Comparison.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978623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58484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Demo 3</a:t>
            </a:r>
          </a:p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Predictive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45936" y="3882951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– Based forecasts of</a:t>
            </a:r>
          </a:p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House price growth.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9B40D6-F146-C63B-6DC2-922031D23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303" y="2868328"/>
            <a:ext cx="2759793" cy="15034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A354A7-7E62-F478-6CED-5868F018D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963" y="2868328"/>
            <a:ext cx="2727991" cy="15034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9099472-4027-641B-5477-D88FAAC62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065" y="2837107"/>
            <a:ext cx="2397758" cy="156592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build="allAtOnce" animBg="1"/>
      <p:bldP spid="17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1371600" y="704088"/>
            <a:ext cx="49926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[https://drive.google.com/file/d/1uVIuX3RPUg7a4M20ZWH7UiG2nJvTsYYB/view?usp=sharing – My vid link</a:t>
            </a: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[My demo video is completed and uploaded to ppt in link type go to link and watch ,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understand my project House price in India]</a:t>
            </a:r>
            <a:endParaRPr lang="en-US" sz="11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351" y="1181180"/>
            <a:ext cx="4446513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Project successfully integrates multiple tools to provide actionable insights into house price trends in India. </a:t>
            </a:r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Objectives of affordability analysis and predictive modeling were achieved . This adds value to policymakers , investors , and buyers. Adds value by combining multiple tools into one integrated solution.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433" y="1245733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Expand datasets to include rental markets.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Integrate real – time APIs for dynamic updates.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Enhance predictive models with machine learning.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Scale dashboards for broader geographic coverage.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478</Words>
  <Application>Microsoft Office PowerPoint</Application>
  <PresentationFormat>On-screen Show (16:9)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Vaidehiba Barad</cp:lastModifiedBy>
  <cp:revision>28</cp:revision>
  <dcterms:created xsi:type="dcterms:W3CDTF">2026-02-18T09:17:23Z</dcterms:created>
  <dcterms:modified xsi:type="dcterms:W3CDTF">2026-03-28T17:32:28Z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