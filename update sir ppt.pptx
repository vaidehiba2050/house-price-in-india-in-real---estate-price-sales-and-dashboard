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7C00BD-ABA0-48A6-AEAD-486253410DDA}" v="309" dt="2026-04-08T13:00:14.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13"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dehiba Barad" userId="9f4a5bd195dedd27" providerId="LiveId" clId="{0FEE92F9-5F88-4E5B-AF1D-22562DEFC8E3}"/>
    <pc:docChg chg="undo custSel modSld">
      <pc:chgData name="Vaidehiba Barad" userId="9f4a5bd195dedd27" providerId="LiveId" clId="{0FEE92F9-5F88-4E5B-AF1D-22562DEFC8E3}" dt="2026-04-08T13:00:14.991" v="2141" actId="20577"/>
      <pc:docMkLst>
        <pc:docMk/>
      </pc:docMkLst>
      <pc:sldChg chg="modSp mod modTransition modAnim">
        <pc:chgData name="Vaidehiba Barad" userId="9f4a5bd195dedd27" providerId="LiveId" clId="{0FEE92F9-5F88-4E5B-AF1D-22562DEFC8E3}" dt="2026-04-08T13:00:14.991" v="2141" actId="20577"/>
        <pc:sldMkLst>
          <pc:docMk/>
          <pc:sldMk cId="0" sldId="256"/>
        </pc:sldMkLst>
        <pc:spChg chg="mod">
          <ac:chgData name="Vaidehiba Barad" userId="9f4a5bd195dedd27" providerId="LiveId" clId="{0FEE92F9-5F88-4E5B-AF1D-22562DEFC8E3}" dt="2026-04-08T04:03:36.214" v="159" actId="1076"/>
          <ac:spMkLst>
            <pc:docMk/>
            <pc:sldMk cId="0" sldId="256"/>
            <ac:spMk id="12" creationId="{00000000-0000-0000-0000-000000000000}"/>
          </ac:spMkLst>
        </pc:spChg>
        <pc:spChg chg="mod">
          <ac:chgData name="Vaidehiba Barad" userId="9f4a5bd195dedd27" providerId="LiveId" clId="{0FEE92F9-5F88-4E5B-AF1D-22562DEFC8E3}" dt="2026-04-08T04:03:55.031" v="202" actId="20577"/>
          <ac:spMkLst>
            <pc:docMk/>
            <pc:sldMk cId="0" sldId="256"/>
            <ac:spMk id="19" creationId="{00000000-0000-0000-0000-000000000000}"/>
          </ac:spMkLst>
        </pc:spChg>
        <pc:spChg chg="mod">
          <ac:chgData name="Vaidehiba Barad" userId="9f4a5bd195dedd27" providerId="LiveId" clId="{0FEE92F9-5F88-4E5B-AF1D-22562DEFC8E3}" dt="2026-04-08T04:04:38.077" v="274" actId="1076"/>
          <ac:spMkLst>
            <pc:docMk/>
            <pc:sldMk cId="0" sldId="256"/>
            <ac:spMk id="23" creationId="{00000000-0000-0000-0000-000000000000}"/>
          </ac:spMkLst>
        </pc:spChg>
        <pc:spChg chg="mod">
          <ac:chgData name="Vaidehiba Barad" userId="9f4a5bd195dedd27" providerId="LiveId" clId="{0FEE92F9-5F88-4E5B-AF1D-22562DEFC8E3}" dt="2026-04-08T13:00:14.991" v="2141" actId="20577"/>
          <ac:spMkLst>
            <pc:docMk/>
            <pc:sldMk cId="0" sldId="256"/>
            <ac:spMk id="27" creationId="{00000000-0000-0000-0000-000000000000}"/>
          </ac:spMkLst>
        </pc:spChg>
      </pc:sldChg>
      <pc:sldChg chg="modAnim">
        <pc:chgData name="Vaidehiba Barad" userId="9f4a5bd195dedd27" providerId="LiveId" clId="{0FEE92F9-5F88-4E5B-AF1D-22562DEFC8E3}" dt="2026-04-08T04:44:19.774" v="1939"/>
        <pc:sldMkLst>
          <pc:docMk/>
          <pc:sldMk cId="0" sldId="257"/>
        </pc:sldMkLst>
      </pc:sldChg>
      <pc:sldChg chg="modSp mod modAnim">
        <pc:chgData name="Vaidehiba Barad" userId="9f4a5bd195dedd27" providerId="LiveId" clId="{0FEE92F9-5F88-4E5B-AF1D-22562DEFC8E3}" dt="2026-04-08T04:45:09.658" v="1951"/>
        <pc:sldMkLst>
          <pc:docMk/>
          <pc:sldMk cId="0" sldId="258"/>
        </pc:sldMkLst>
        <pc:spChg chg="mod">
          <ac:chgData name="Vaidehiba Barad" userId="9f4a5bd195dedd27" providerId="LiveId" clId="{0FEE92F9-5F88-4E5B-AF1D-22562DEFC8E3}" dt="2026-04-08T04:07:02.894" v="349"/>
          <ac:spMkLst>
            <pc:docMk/>
            <pc:sldMk cId="0" sldId="258"/>
            <ac:spMk id="19" creationId="{7BA53C9D-AAA2-05C7-14B1-F7DA481CA53F}"/>
          </ac:spMkLst>
        </pc:spChg>
        <pc:spChg chg="mod">
          <ac:chgData name="Vaidehiba Barad" userId="9f4a5bd195dedd27" providerId="LiveId" clId="{0FEE92F9-5F88-4E5B-AF1D-22562DEFC8E3}" dt="2026-04-08T04:11:03.167" v="612" actId="20577"/>
          <ac:spMkLst>
            <pc:docMk/>
            <pc:sldMk cId="0" sldId="258"/>
            <ac:spMk id="20" creationId="{FBB90A13-7196-D2E6-20B4-845F03152899}"/>
          </ac:spMkLst>
        </pc:spChg>
        <pc:spChg chg="mod">
          <ac:chgData name="Vaidehiba Barad" userId="9f4a5bd195dedd27" providerId="LiveId" clId="{0FEE92F9-5F88-4E5B-AF1D-22562DEFC8E3}" dt="2026-04-08T04:15:05.808" v="948" actId="20577"/>
          <ac:spMkLst>
            <pc:docMk/>
            <pc:sldMk cId="0" sldId="258"/>
            <ac:spMk id="21" creationId="{4BCD0967-8763-EBD0-918B-8930803EE40C}"/>
          </ac:spMkLst>
        </pc:spChg>
        <pc:spChg chg="mod">
          <ac:chgData name="Vaidehiba Barad" userId="9f4a5bd195dedd27" providerId="LiveId" clId="{0FEE92F9-5F88-4E5B-AF1D-22562DEFC8E3}" dt="2026-04-08T04:10:06.320" v="603" actId="20577"/>
          <ac:spMkLst>
            <pc:docMk/>
            <pc:sldMk cId="0" sldId="258"/>
            <ac:spMk id="22" creationId="{A079AF38-4D82-61EA-A6DE-714C1225E65B}"/>
          </ac:spMkLst>
        </pc:spChg>
        <pc:spChg chg="mod">
          <ac:chgData name="Vaidehiba Barad" userId="9f4a5bd195dedd27" providerId="LiveId" clId="{0FEE92F9-5F88-4E5B-AF1D-22562DEFC8E3}" dt="2026-04-08T04:10:48.747" v="610" actId="1076"/>
          <ac:spMkLst>
            <pc:docMk/>
            <pc:sldMk cId="0" sldId="258"/>
            <ac:spMk id="23" creationId="{E42052B7-1005-7C95-89EC-CBD8D61EEAEE}"/>
          </ac:spMkLst>
        </pc:spChg>
      </pc:sldChg>
      <pc:sldChg chg="modSp mod modAnim">
        <pc:chgData name="Vaidehiba Barad" userId="9f4a5bd195dedd27" providerId="LiveId" clId="{0FEE92F9-5F88-4E5B-AF1D-22562DEFC8E3}" dt="2026-04-08T04:45:48.172" v="1962"/>
        <pc:sldMkLst>
          <pc:docMk/>
          <pc:sldMk cId="0" sldId="259"/>
        </pc:sldMkLst>
        <pc:spChg chg="mod">
          <ac:chgData name="Vaidehiba Barad" userId="9f4a5bd195dedd27" providerId="LiveId" clId="{0FEE92F9-5F88-4E5B-AF1D-22562DEFC8E3}" dt="2026-04-08T04:14:57.323" v="947" actId="1076"/>
          <ac:spMkLst>
            <pc:docMk/>
            <pc:sldMk cId="0" sldId="259"/>
            <ac:spMk id="14" creationId="{00000000-0000-0000-0000-000000000000}"/>
          </ac:spMkLst>
        </pc:spChg>
        <pc:spChg chg="mod">
          <ac:chgData name="Vaidehiba Barad" userId="9f4a5bd195dedd27" providerId="LiveId" clId="{0FEE92F9-5F88-4E5B-AF1D-22562DEFC8E3}" dt="2026-04-08T04:14:50.977" v="946" actId="1076"/>
          <ac:spMkLst>
            <pc:docMk/>
            <pc:sldMk cId="0" sldId="259"/>
            <ac:spMk id="15" creationId="{00000000-0000-0000-0000-000000000000}"/>
          </ac:spMkLst>
        </pc:spChg>
        <pc:spChg chg="mod">
          <ac:chgData name="Vaidehiba Barad" userId="9f4a5bd195dedd27" providerId="LiveId" clId="{0FEE92F9-5F88-4E5B-AF1D-22562DEFC8E3}" dt="2026-04-08T04:14:30.379" v="943" actId="1076"/>
          <ac:spMkLst>
            <pc:docMk/>
            <pc:sldMk cId="0" sldId="259"/>
            <ac:spMk id="16" creationId="{00000000-0000-0000-0000-000000000000}"/>
          </ac:spMkLst>
        </pc:spChg>
        <pc:spChg chg="mod">
          <ac:chgData name="Vaidehiba Barad" userId="9f4a5bd195dedd27" providerId="LiveId" clId="{0FEE92F9-5F88-4E5B-AF1D-22562DEFC8E3}" dt="2026-04-08T04:14:26.788" v="942" actId="1076"/>
          <ac:spMkLst>
            <pc:docMk/>
            <pc:sldMk cId="0" sldId="259"/>
            <ac:spMk id="17" creationId="{00000000-0000-0000-0000-000000000000}"/>
          </ac:spMkLst>
        </pc:spChg>
        <pc:spChg chg="mod">
          <ac:chgData name="Vaidehiba Barad" userId="9f4a5bd195dedd27" providerId="LiveId" clId="{0FEE92F9-5F88-4E5B-AF1D-22562DEFC8E3}" dt="2026-04-08T04:14:20.717" v="941" actId="20577"/>
          <ac:spMkLst>
            <pc:docMk/>
            <pc:sldMk cId="0" sldId="259"/>
            <ac:spMk id="18" creationId="{00000000-0000-0000-0000-000000000000}"/>
          </ac:spMkLst>
        </pc:spChg>
      </pc:sldChg>
      <pc:sldChg chg="modSp mod modAnim">
        <pc:chgData name="Vaidehiba Barad" userId="9f4a5bd195dedd27" providerId="LiveId" clId="{0FEE92F9-5F88-4E5B-AF1D-22562DEFC8E3}" dt="2026-04-08T04:46:29.598" v="1972"/>
        <pc:sldMkLst>
          <pc:docMk/>
          <pc:sldMk cId="0" sldId="260"/>
        </pc:sldMkLst>
        <pc:spChg chg="mod">
          <ac:chgData name="Vaidehiba Barad" userId="9f4a5bd195dedd27" providerId="LiveId" clId="{0FEE92F9-5F88-4E5B-AF1D-22562DEFC8E3}" dt="2026-04-08T04:16:29.085" v="1288" actId="20577"/>
          <ac:spMkLst>
            <pc:docMk/>
            <pc:sldMk cId="0" sldId="260"/>
            <ac:spMk id="14" creationId="{00000000-0000-0000-0000-000000000000}"/>
          </ac:spMkLst>
        </pc:spChg>
      </pc:sldChg>
      <pc:sldChg chg="modSp mod modAnim">
        <pc:chgData name="Vaidehiba Barad" userId="9f4a5bd195dedd27" providerId="LiveId" clId="{0FEE92F9-5F88-4E5B-AF1D-22562DEFC8E3}" dt="2026-04-08T04:49:13.003" v="2009"/>
        <pc:sldMkLst>
          <pc:docMk/>
          <pc:sldMk cId="0" sldId="261"/>
        </pc:sldMkLst>
        <pc:spChg chg="mod">
          <ac:chgData name="Vaidehiba Barad" userId="9f4a5bd195dedd27" providerId="LiveId" clId="{0FEE92F9-5F88-4E5B-AF1D-22562DEFC8E3}" dt="2026-04-08T04:18:14.370" v="1355" actId="20577"/>
          <ac:spMkLst>
            <pc:docMk/>
            <pc:sldMk cId="0" sldId="261"/>
            <ac:spMk id="9" creationId="{00000000-0000-0000-0000-000000000000}"/>
          </ac:spMkLst>
        </pc:spChg>
        <pc:spChg chg="mod">
          <ac:chgData name="Vaidehiba Barad" userId="9f4a5bd195dedd27" providerId="LiveId" clId="{0FEE92F9-5F88-4E5B-AF1D-22562DEFC8E3}" dt="2026-04-08T04:19:02.153" v="1446" actId="20577"/>
          <ac:spMkLst>
            <pc:docMk/>
            <pc:sldMk cId="0" sldId="261"/>
            <ac:spMk id="13" creationId="{00000000-0000-0000-0000-000000000000}"/>
          </ac:spMkLst>
        </pc:spChg>
        <pc:spChg chg="mod">
          <ac:chgData name="Vaidehiba Barad" userId="9f4a5bd195dedd27" providerId="LiveId" clId="{0FEE92F9-5F88-4E5B-AF1D-22562DEFC8E3}" dt="2026-04-08T04:19:51.060" v="1539" actId="20577"/>
          <ac:spMkLst>
            <pc:docMk/>
            <pc:sldMk cId="0" sldId="261"/>
            <ac:spMk id="17" creationId="{00000000-0000-0000-0000-000000000000}"/>
          </ac:spMkLst>
        </pc:spChg>
        <pc:spChg chg="mod">
          <ac:chgData name="Vaidehiba Barad" userId="9f4a5bd195dedd27" providerId="LiveId" clId="{0FEE92F9-5F88-4E5B-AF1D-22562DEFC8E3}" dt="2026-04-08T04:20:13.945" v="1610"/>
          <ac:spMkLst>
            <pc:docMk/>
            <pc:sldMk cId="0" sldId="261"/>
            <ac:spMk id="21" creationId="{00000000-0000-0000-0000-000000000000}"/>
          </ac:spMkLst>
        </pc:spChg>
      </pc:sldChg>
      <pc:sldChg chg="addSp modSp mod modAnim">
        <pc:chgData name="Vaidehiba Barad" userId="9f4a5bd195dedd27" providerId="LiveId" clId="{0FEE92F9-5F88-4E5B-AF1D-22562DEFC8E3}" dt="2026-04-08T05:06:58.591" v="2088"/>
        <pc:sldMkLst>
          <pc:docMk/>
          <pc:sldMk cId="0" sldId="262"/>
        </pc:sldMkLst>
        <pc:spChg chg="mod">
          <ac:chgData name="Vaidehiba Barad" userId="9f4a5bd195dedd27" providerId="LiveId" clId="{0FEE92F9-5F88-4E5B-AF1D-22562DEFC8E3}" dt="2026-04-08T04:24:51.728" v="1682" actId="14100"/>
          <ac:spMkLst>
            <pc:docMk/>
            <pc:sldMk cId="0" sldId="262"/>
            <ac:spMk id="9" creationId="{00000000-0000-0000-0000-000000000000}"/>
          </ac:spMkLst>
        </pc:spChg>
        <pc:spChg chg="mod">
          <ac:chgData name="Vaidehiba Barad" userId="9f4a5bd195dedd27" providerId="LiveId" clId="{0FEE92F9-5F88-4E5B-AF1D-22562DEFC8E3}" dt="2026-04-08T04:24:57.194" v="1683" actId="1076"/>
          <ac:spMkLst>
            <pc:docMk/>
            <pc:sldMk cId="0" sldId="262"/>
            <ac:spMk id="10" creationId="{00000000-0000-0000-0000-000000000000}"/>
          </ac:spMkLst>
        </pc:spChg>
        <pc:spChg chg="mod">
          <ac:chgData name="Vaidehiba Barad" userId="9f4a5bd195dedd27" providerId="LiveId" clId="{0FEE92F9-5F88-4E5B-AF1D-22562DEFC8E3}" dt="2026-04-08T04:27:12.695" v="1797" actId="255"/>
          <ac:spMkLst>
            <pc:docMk/>
            <pc:sldMk cId="0" sldId="262"/>
            <ac:spMk id="11" creationId="{00000000-0000-0000-0000-000000000000}"/>
          </ac:spMkLst>
        </pc:spChg>
        <pc:spChg chg="mod">
          <ac:chgData name="Vaidehiba Barad" userId="9f4a5bd195dedd27" providerId="LiveId" clId="{0FEE92F9-5F88-4E5B-AF1D-22562DEFC8E3}" dt="2026-04-08T04:27:42.595" v="1802" actId="1076"/>
          <ac:spMkLst>
            <pc:docMk/>
            <pc:sldMk cId="0" sldId="262"/>
            <ac:spMk id="14" creationId="{00000000-0000-0000-0000-000000000000}"/>
          </ac:spMkLst>
        </pc:spChg>
        <pc:spChg chg="mod">
          <ac:chgData name="Vaidehiba Barad" userId="9f4a5bd195dedd27" providerId="LiveId" clId="{0FEE92F9-5F88-4E5B-AF1D-22562DEFC8E3}" dt="2026-04-08T04:25:19.758" v="1687" actId="1076"/>
          <ac:spMkLst>
            <pc:docMk/>
            <pc:sldMk cId="0" sldId="262"/>
            <ac:spMk id="15" creationId="{00000000-0000-0000-0000-000000000000}"/>
          </ac:spMkLst>
        </pc:spChg>
        <pc:spChg chg="mod">
          <ac:chgData name="Vaidehiba Barad" userId="9f4a5bd195dedd27" providerId="LiveId" clId="{0FEE92F9-5F88-4E5B-AF1D-22562DEFC8E3}" dt="2026-04-08T04:28:05.605" v="1806" actId="255"/>
          <ac:spMkLst>
            <pc:docMk/>
            <pc:sldMk cId="0" sldId="262"/>
            <ac:spMk id="16" creationId="{00000000-0000-0000-0000-000000000000}"/>
          </ac:spMkLst>
        </pc:spChg>
        <pc:spChg chg="mod">
          <ac:chgData name="Vaidehiba Barad" userId="9f4a5bd195dedd27" providerId="LiveId" clId="{0FEE92F9-5F88-4E5B-AF1D-22562DEFC8E3}" dt="2026-04-08T04:25:26.135" v="1688" actId="14100"/>
          <ac:spMkLst>
            <pc:docMk/>
            <pc:sldMk cId="0" sldId="262"/>
            <ac:spMk id="19" creationId="{00000000-0000-0000-0000-000000000000}"/>
          </ac:spMkLst>
        </pc:spChg>
        <pc:spChg chg="mod">
          <ac:chgData name="Vaidehiba Barad" userId="9f4a5bd195dedd27" providerId="LiveId" clId="{0FEE92F9-5F88-4E5B-AF1D-22562DEFC8E3}" dt="2026-04-08T04:25:43.020" v="1694" actId="20577"/>
          <ac:spMkLst>
            <pc:docMk/>
            <pc:sldMk cId="0" sldId="262"/>
            <ac:spMk id="20" creationId="{00000000-0000-0000-0000-000000000000}"/>
          </ac:spMkLst>
        </pc:spChg>
        <pc:spChg chg="mod">
          <ac:chgData name="Vaidehiba Barad" userId="9f4a5bd195dedd27" providerId="LiveId" clId="{0FEE92F9-5F88-4E5B-AF1D-22562DEFC8E3}" dt="2026-04-08T04:28:42.849" v="1816" actId="20577"/>
          <ac:spMkLst>
            <pc:docMk/>
            <pc:sldMk cId="0" sldId="262"/>
            <ac:spMk id="21" creationId="{00000000-0000-0000-0000-000000000000}"/>
          </ac:spMkLst>
        </pc:spChg>
        <pc:picChg chg="add mod">
          <ac:chgData name="Vaidehiba Barad" userId="9f4a5bd195dedd27" providerId="LiveId" clId="{0FEE92F9-5F88-4E5B-AF1D-22562DEFC8E3}" dt="2026-04-08T04:26:52.736" v="1794" actId="1076"/>
          <ac:picMkLst>
            <pc:docMk/>
            <pc:sldMk cId="0" sldId="262"/>
            <ac:picMk id="22" creationId="{60294EEE-2B0F-9DD7-36AA-57E2FC66D5DD}"/>
          </ac:picMkLst>
        </pc:picChg>
        <pc:picChg chg="add mod">
          <ac:chgData name="Vaidehiba Barad" userId="9f4a5bd195dedd27" providerId="LiveId" clId="{0FEE92F9-5F88-4E5B-AF1D-22562DEFC8E3}" dt="2026-04-08T04:27:38.249" v="1801" actId="1076"/>
          <ac:picMkLst>
            <pc:docMk/>
            <pc:sldMk cId="0" sldId="262"/>
            <ac:picMk id="23" creationId="{998B42BA-575A-B8E4-5363-D650E3B666F8}"/>
          </ac:picMkLst>
        </pc:picChg>
        <pc:picChg chg="add mod">
          <ac:chgData name="Vaidehiba Barad" userId="9f4a5bd195dedd27" providerId="LiveId" clId="{0FEE92F9-5F88-4E5B-AF1D-22562DEFC8E3}" dt="2026-04-08T04:28:31.658" v="1811" actId="1076"/>
          <ac:picMkLst>
            <pc:docMk/>
            <pc:sldMk cId="0" sldId="262"/>
            <ac:picMk id="24" creationId="{D1BAA035-5207-5A82-63EE-A63C160A6016}"/>
          </ac:picMkLst>
        </pc:picChg>
      </pc:sldChg>
      <pc:sldChg chg="addSp modSp mod modAnim">
        <pc:chgData name="Vaidehiba Barad" userId="9f4a5bd195dedd27" providerId="LiveId" clId="{0FEE92F9-5F88-4E5B-AF1D-22562DEFC8E3}" dt="2026-04-08T04:52:30.202" v="2043"/>
        <pc:sldMkLst>
          <pc:docMk/>
          <pc:sldMk cId="0" sldId="263"/>
        </pc:sldMkLst>
        <pc:spChg chg="mod">
          <ac:chgData name="Vaidehiba Barad" userId="9f4a5bd195dedd27" providerId="LiveId" clId="{0FEE92F9-5F88-4E5B-AF1D-22562DEFC8E3}" dt="2026-04-08T04:30:23.417" v="1859"/>
          <ac:spMkLst>
            <pc:docMk/>
            <pc:sldMk cId="0" sldId="263"/>
            <ac:spMk id="12" creationId="{00000000-0000-0000-0000-000000000000}"/>
          </ac:spMkLst>
        </pc:spChg>
        <pc:spChg chg="mod">
          <ac:chgData name="Vaidehiba Barad" userId="9f4a5bd195dedd27" providerId="LiveId" clId="{0FEE92F9-5F88-4E5B-AF1D-22562DEFC8E3}" dt="2026-04-08T04:29:30.331" v="1822" actId="1076"/>
          <ac:spMkLst>
            <pc:docMk/>
            <pc:sldMk cId="0" sldId="263"/>
            <ac:spMk id="15" creationId="{00000000-0000-0000-0000-000000000000}"/>
          </ac:spMkLst>
        </pc:spChg>
        <pc:picChg chg="add mod">
          <ac:chgData name="Vaidehiba Barad" userId="9f4a5bd195dedd27" providerId="LiveId" clId="{0FEE92F9-5F88-4E5B-AF1D-22562DEFC8E3}" dt="2026-04-08T04:28:59.584" v="1819" actId="962"/>
          <ac:picMkLst>
            <pc:docMk/>
            <pc:sldMk cId="0" sldId="263"/>
            <ac:picMk id="16" creationId="{BDEE5174-68F5-3165-18D0-647060B689A9}"/>
          </ac:picMkLst>
        </pc:picChg>
      </pc:sldChg>
      <pc:sldChg chg="modSp mod modAnim">
        <pc:chgData name="Vaidehiba Barad" userId="9f4a5bd195dedd27" providerId="LiveId" clId="{0FEE92F9-5F88-4E5B-AF1D-22562DEFC8E3}" dt="2026-04-08T04:53:56.610" v="2060"/>
        <pc:sldMkLst>
          <pc:docMk/>
          <pc:sldMk cId="0" sldId="264"/>
        </pc:sldMkLst>
        <pc:spChg chg="mod">
          <ac:chgData name="Vaidehiba Barad" userId="9f4a5bd195dedd27" providerId="LiveId" clId="{0FEE92F9-5F88-4E5B-AF1D-22562DEFC8E3}" dt="2026-04-08T04:36:29.588" v="1861"/>
          <ac:spMkLst>
            <pc:docMk/>
            <pc:sldMk cId="0" sldId="264"/>
            <ac:spMk id="14" creationId="{00000000-0000-0000-0000-000000000000}"/>
          </ac:spMkLst>
        </pc:spChg>
        <pc:spChg chg="mod">
          <ac:chgData name="Vaidehiba Barad" userId="9f4a5bd195dedd27" providerId="LiveId" clId="{0FEE92F9-5F88-4E5B-AF1D-22562DEFC8E3}" dt="2026-04-08T04:53:16.078" v="2051" actId="1076"/>
          <ac:spMkLst>
            <pc:docMk/>
            <pc:sldMk cId="0" sldId="264"/>
            <ac:spMk id="15" creationId="{00000000-0000-0000-0000-000000000000}"/>
          </ac:spMkLst>
        </pc:spChg>
      </pc:sldChg>
      <pc:sldChg chg="modSp mod modAnim">
        <pc:chgData name="Vaidehiba Barad" userId="9f4a5bd195dedd27" providerId="LiveId" clId="{0FEE92F9-5F88-4E5B-AF1D-22562DEFC8E3}" dt="2026-04-08T04:54:32.030" v="2067"/>
        <pc:sldMkLst>
          <pc:docMk/>
          <pc:sldMk cId="0" sldId="265"/>
        </pc:sldMkLst>
        <pc:spChg chg="mod">
          <ac:chgData name="Vaidehiba Barad" userId="9f4a5bd195dedd27" providerId="LiveId" clId="{0FEE92F9-5F88-4E5B-AF1D-22562DEFC8E3}" dt="2026-04-08T04:37:29.811" v="1868" actId="20577"/>
          <ac:spMkLst>
            <pc:docMk/>
            <pc:sldMk cId="0" sldId="265"/>
            <ac:spMk id="14" creationId="{00000000-0000-0000-0000-000000000000}"/>
          </ac:spMkLst>
        </pc:spChg>
      </pc:sldChg>
      <pc:sldChg chg="modAnim">
        <pc:chgData name="Vaidehiba Barad" userId="9f4a5bd195dedd27" providerId="LiveId" clId="{0FEE92F9-5F88-4E5B-AF1D-22562DEFC8E3}" dt="2026-04-08T04:54:45.448" v="2070"/>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aydipsinhbarad459@gmail.com&am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file:///C:\Users\admin\OneDrive\Documents\final%20impl%20%20vid.mp4"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 LinkedIn  </a:t>
            </a:r>
            <a:r>
              <a:rPr lang="en-US" sz="950" dirty="0" err="1">
                <a:solidFill>
                  <a:srgbClr val="607D8B"/>
                </a:solidFill>
                <a:latin typeface="Calibri" pitchFamily="34" charset="0"/>
                <a:ea typeface="Calibri" pitchFamily="34" charset="-122"/>
                <a:cs typeface="Calibri" pitchFamily="34" charset="-120"/>
              </a:rPr>
              <a:t>Edunet</a:t>
            </a:r>
            <a:r>
              <a:rPr lang="en-US" sz="950" dirty="0">
                <a:solidFill>
                  <a:srgbClr val="607D8B"/>
                </a:solidFill>
                <a:latin typeface="Calibri" pitchFamily="34" charset="0"/>
                <a:ea typeface="Calibri" pitchFamily="34" charset="-122"/>
                <a:cs typeface="Calibri" pitchFamily="34" charset="-120"/>
              </a:rPr>
              <a:t>   </a:t>
            </a:r>
            <a:endParaRPr lang="en-US" sz="950" dirty="0"/>
          </a:p>
        </p:txBody>
      </p:sp>
      <p:sp>
        <p:nvSpPr>
          <p:cNvPr id="5" name="Shape 3"/>
          <p:cNvSpPr/>
          <p:nvPr/>
        </p:nvSpPr>
        <p:spPr>
          <a:xfrm>
            <a:off x="5943600" y="0"/>
            <a:ext cx="3200400" cy="5143500"/>
          </a:xfrm>
          <a:prstGeom prst="rect">
            <a:avLst/>
          </a:prstGeom>
          <a:solidFill>
            <a:srgbClr val="1B3A8A"/>
          </a:solidFill>
          <a:ln/>
        </p:spPr>
      </p:sp>
      <p:sp>
        <p:nvSpPr>
          <p:cNvPr id="6" name="Shape 4"/>
          <p:cNvSpPr/>
          <p:nvPr/>
        </p:nvSpPr>
        <p:spPr>
          <a:xfrm>
            <a:off x="5486400" y="0"/>
            <a:ext cx="502920" cy="5143500"/>
          </a:xfrm>
          <a:prstGeom prst="rect">
            <a:avLst/>
          </a:prstGeom>
          <a:solidFill>
            <a:srgbClr val="1565C0"/>
          </a:solidFill>
          <a:ln/>
        </p:spPr>
      </p:sp>
      <p:sp>
        <p:nvSpPr>
          <p:cNvPr id="9" name="Shape 7"/>
          <p:cNvSpPr/>
          <p:nvPr/>
        </p:nvSpPr>
        <p:spPr>
          <a:xfrm>
            <a:off x="6126480" y="3108960"/>
            <a:ext cx="2834640" cy="109728"/>
          </a:xfrm>
          <a:prstGeom prst="rect">
            <a:avLst/>
          </a:prstGeom>
          <a:solidFill>
            <a:srgbClr val="4FC3F7"/>
          </a:solidFill>
          <a:ln/>
        </p:spPr>
      </p:sp>
      <p:sp>
        <p:nvSpPr>
          <p:cNvPr id="10" name="Shape 8"/>
          <p:cNvSpPr/>
          <p:nvPr/>
        </p:nvSpPr>
        <p:spPr>
          <a:xfrm>
            <a:off x="6400800" y="3291840"/>
            <a:ext cx="2468880" cy="109728"/>
          </a:xfrm>
          <a:prstGeom prst="rect">
            <a:avLst/>
          </a:prstGeom>
          <a:solidFill>
            <a:srgbClr val="4FC3F7"/>
          </a:solidFill>
          <a:ln/>
        </p:spPr>
      </p:sp>
      <p:sp>
        <p:nvSpPr>
          <p:cNvPr id="11" name="Shape 9"/>
          <p:cNvSpPr/>
          <p:nvPr/>
        </p:nvSpPr>
        <p:spPr>
          <a:xfrm>
            <a:off x="6675120" y="3474720"/>
            <a:ext cx="2103120" cy="109728"/>
          </a:xfrm>
          <a:prstGeom prst="rect">
            <a:avLst/>
          </a:prstGeom>
          <a:solidFill>
            <a:srgbClr val="4FC3F7"/>
          </a:solidFill>
          <a:ln/>
        </p:spPr>
      </p:sp>
      <p:sp>
        <p:nvSpPr>
          <p:cNvPr id="12" name="Text 10"/>
          <p:cNvSpPr/>
          <p:nvPr/>
        </p:nvSpPr>
        <p:spPr>
          <a:xfrm>
            <a:off x="0" y="804672"/>
            <a:ext cx="6267236" cy="1463040"/>
          </a:xfrm>
          <a:prstGeom prst="rect">
            <a:avLst/>
          </a:prstGeom>
          <a:noFill/>
          <a:ln/>
        </p:spPr>
        <p:txBody>
          <a:bodyPr wrap="square" rtlCol="0" anchor="ctr"/>
          <a:lstStyle/>
          <a:p>
            <a:pPr marL="0" indent="0">
              <a:buNone/>
            </a:pPr>
            <a:r>
              <a:rPr lang="en-US" sz="3200" b="1" dirty="0">
                <a:solidFill>
                  <a:srgbClr val="1B3A8A"/>
                </a:solidFill>
                <a:latin typeface="Calibri" pitchFamily="34" charset="0"/>
                <a:ea typeface="Calibri" pitchFamily="34" charset="-122"/>
                <a:cs typeface="Calibri" pitchFamily="34" charset="-120"/>
              </a:rPr>
              <a:t>Real Estate Sales and property dashboard in  House Price Analysis in India</a:t>
            </a:r>
            <a:endParaRPr lang="en-US" sz="3200" dirty="0"/>
          </a:p>
        </p:txBody>
      </p:sp>
      <p:sp>
        <p:nvSpPr>
          <p:cNvPr id="13" name="Shape 11"/>
          <p:cNvSpPr/>
          <p:nvPr/>
        </p:nvSpPr>
        <p:spPr>
          <a:xfrm>
            <a:off x="320040" y="2578608"/>
            <a:ext cx="3840480" cy="384048"/>
          </a:xfrm>
          <a:prstGeom prst="rect">
            <a:avLst/>
          </a:prstGeom>
          <a:solidFill>
            <a:srgbClr val="1565C0"/>
          </a:solidFill>
          <a:ln/>
        </p:spPr>
      </p:sp>
      <p:sp>
        <p:nvSpPr>
          <p:cNvPr id="14" name="Shape 12"/>
          <p:cNvSpPr/>
          <p:nvPr/>
        </p:nvSpPr>
        <p:spPr>
          <a:xfrm>
            <a:off x="4160520" y="2578608"/>
            <a:ext cx="274320" cy="384048"/>
          </a:xfrm>
          <a:prstGeom prst="rect">
            <a:avLst/>
          </a:prstGeom>
          <a:solidFill>
            <a:srgbClr val="1B3A8A"/>
          </a:solidFill>
          <a:ln/>
        </p:spPr>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P R E S E N T A T I O N   2 0 2 6</a:t>
            </a:r>
            <a:endParaRPr lang="en-US" sz="1300" dirty="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Student Name</a:t>
            </a:r>
            <a:endParaRPr lang="en-US" sz="900" dirty="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Barad  Vaidehiba </a:t>
            </a:r>
            <a:r>
              <a:rPr lang="en-US" sz="1100" b="1" dirty="0" err="1">
                <a:solidFill>
                  <a:srgbClr val="1B3A8A"/>
                </a:solidFill>
                <a:latin typeface="Calibri" pitchFamily="34" charset="0"/>
                <a:ea typeface="Calibri" pitchFamily="34" charset="-122"/>
                <a:cs typeface="Calibri" pitchFamily="34" charset="-120"/>
              </a:rPr>
              <a:t>Jaydipsinh</a:t>
            </a:r>
            <a:endParaRPr lang="en-US" sz="1100" dirty="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Student Email</a:t>
            </a:r>
            <a:endParaRPr lang="en-US" sz="900" dirty="0"/>
          </a:p>
        </p:txBody>
      </p:sp>
      <p:sp>
        <p:nvSpPr>
          <p:cNvPr id="23" name="Text 21"/>
          <p:cNvSpPr/>
          <p:nvPr/>
        </p:nvSpPr>
        <p:spPr>
          <a:xfrm>
            <a:off x="3246120" y="3698748"/>
            <a:ext cx="2236878" cy="493776"/>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hlinkClick r:id="rId3"/>
              </a:rPr>
              <a:t>jaydipsinhbarad459@gmail.com&amp;</a:t>
            </a:r>
            <a:r>
              <a:rPr lang="en-US" sz="1100" b="1" dirty="0">
                <a:solidFill>
                  <a:srgbClr val="1B3A8A"/>
                </a:solidFill>
                <a:latin typeface="Calibri" pitchFamily="34" charset="0"/>
                <a:ea typeface="Calibri" pitchFamily="34" charset="-122"/>
                <a:cs typeface="Calibri" pitchFamily="34" charset="-120"/>
              </a:rPr>
              <a:t> vaidehibabarad459@gmail.com</a:t>
            </a:r>
            <a:endParaRPr lang="en-US" sz="1100" dirty="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782333" y="4478866"/>
            <a:ext cx="1828800" cy="228600"/>
          </a:xfrm>
          <a:prstGeom prst="rect">
            <a:avLst/>
          </a:prstGeom>
          <a:noFill/>
          <a:ln/>
        </p:spPr>
        <p:txBody>
          <a:bodyPr wrap="square" rtlCol="0" anchor="ctr"/>
          <a:lstStyle/>
          <a:p>
            <a:pPr marL="0" indent="0">
              <a:buNone/>
            </a:pPr>
            <a:r>
              <a:rPr lang="en-US" sz="1100" b="1">
                <a:solidFill>
                  <a:srgbClr val="1B3A8A"/>
                </a:solidFill>
                <a:latin typeface="Calibri" pitchFamily="34" charset="0"/>
                <a:ea typeface="Calibri" pitchFamily="34" charset="-122"/>
                <a:cs typeface="Calibri" pitchFamily="34" charset="-120"/>
              </a:rPr>
              <a:t>Umamaheshwari </a:t>
            </a:r>
            <a:endParaRPr lang="en-US" sz="1100" dirty="0"/>
          </a:p>
        </p:txBody>
      </p:sp>
      <p:sp>
        <p:nvSpPr>
          <p:cNvPr id="28" name="Shape 26"/>
          <p:cNvSpPr/>
          <p:nvPr/>
        </p:nvSpPr>
        <p:spPr>
          <a:xfrm>
            <a:off x="0" y="4983480"/>
            <a:ext cx="9144000" cy="160020"/>
          </a:xfrm>
          <a:prstGeom prst="rect">
            <a:avLst/>
          </a:prstGeom>
          <a:solidFill>
            <a:srgbClr val="1B3A8A"/>
          </a:solidFill>
          <a:ln/>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1+#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0-#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0-#ppt_w/2"/>
                                          </p:val>
                                        </p:tav>
                                        <p:tav tm="100000">
                                          <p:val>
                                            <p:strVal val="#ppt_x"/>
                                          </p:val>
                                        </p:tav>
                                      </p:tavLst>
                                    </p:anim>
                                    <p:anim calcmode="lin" valueType="num">
                                      <p:cBhvr additive="base">
                                        <p:cTn id="4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0-#ppt_w/2"/>
                                          </p:val>
                                        </p:tav>
                                        <p:tav tm="100000">
                                          <p:val>
                                            <p:strVal val="#ppt_x"/>
                                          </p:val>
                                        </p:tav>
                                      </p:tavLst>
                                    </p:anim>
                                    <p:anim calcmode="lin" valueType="num">
                                      <p:cBhvr additive="base">
                                        <p:cTn id="5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0-#ppt_w/2"/>
                                          </p:val>
                                        </p:tav>
                                        <p:tav tm="100000">
                                          <p:val>
                                            <p:strVal val="#ppt_x"/>
                                          </p:val>
                                        </p:tav>
                                      </p:tavLst>
                                    </p:anim>
                                    <p:anim calcmode="lin" valueType="num">
                                      <p:cBhvr additive="base">
                                        <p:cTn id="6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0-#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ppt_x</p:attrName>
                                        </p:attrNameLst>
                                      </p:cBhvr>
                                      <p:tavLst>
                                        <p:tav tm="0">
                                          <p:val>
                                            <p:strVal val="#ppt_x"/>
                                          </p:val>
                                        </p:tav>
                                        <p:tav tm="100000">
                                          <p:val>
                                            <p:strVal val="#ppt_x"/>
                                          </p:val>
                                        </p:tav>
                                      </p:tavLst>
                                    </p:anim>
                                    <p:anim calcmode="lin" valueType="num">
                                      <p:cBhvr additive="base">
                                        <p:cTn id="8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8"/>
                                        </p:tgtEl>
                                        <p:attrNameLst>
                                          <p:attrName>style.visibility</p:attrName>
                                        </p:attrNameLst>
                                      </p:cBhvr>
                                      <p:to>
                                        <p:strVal val="visible"/>
                                      </p:to>
                                    </p:set>
                                    <p:anim calcmode="lin" valueType="num">
                                      <p:cBhvr additive="base">
                                        <p:cTn id="85" dur="500" fill="hold"/>
                                        <p:tgtEl>
                                          <p:spTgt spid="18"/>
                                        </p:tgtEl>
                                        <p:attrNameLst>
                                          <p:attrName>ppt_x</p:attrName>
                                        </p:attrNameLst>
                                      </p:cBhvr>
                                      <p:tavLst>
                                        <p:tav tm="0">
                                          <p:val>
                                            <p:strVal val="0-#ppt_w/2"/>
                                          </p:val>
                                        </p:tav>
                                        <p:tav tm="100000">
                                          <p:val>
                                            <p:strVal val="#ppt_x"/>
                                          </p:val>
                                        </p:tav>
                                      </p:tavLst>
                                    </p:anim>
                                    <p:anim calcmode="lin" valueType="num">
                                      <p:cBhvr additive="base">
                                        <p:cTn id="8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0-#ppt_w/2"/>
                                          </p:val>
                                        </p:tav>
                                        <p:tav tm="100000">
                                          <p:val>
                                            <p:strVal val="#ppt_x"/>
                                          </p:val>
                                        </p:tav>
                                      </p:tavLst>
                                    </p:anim>
                                    <p:anim calcmode="lin" valueType="num">
                                      <p:cBhvr additive="base">
                                        <p:cTn id="9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500" fill="hold"/>
                                        <p:tgtEl>
                                          <p:spTgt spid="20"/>
                                        </p:tgtEl>
                                        <p:attrNameLst>
                                          <p:attrName>ppt_x</p:attrName>
                                        </p:attrNameLst>
                                      </p:cBhvr>
                                      <p:tavLst>
                                        <p:tav tm="0">
                                          <p:val>
                                            <p:strVal val="#ppt_x"/>
                                          </p:val>
                                        </p:tav>
                                        <p:tav tm="100000">
                                          <p:val>
                                            <p:strVal val="#ppt_x"/>
                                          </p:val>
                                        </p:tav>
                                      </p:tavLst>
                                    </p:anim>
                                    <p:anim calcmode="lin" valueType="num">
                                      <p:cBhvr additive="base">
                                        <p:cTn id="9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1"/>
                                        </p:tgtEl>
                                        <p:attrNameLst>
                                          <p:attrName>style.visibility</p:attrName>
                                        </p:attrNameLst>
                                      </p:cBhvr>
                                      <p:to>
                                        <p:strVal val="visible"/>
                                      </p:to>
                                    </p:set>
                                    <p:anim calcmode="lin" valueType="num">
                                      <p:cBhvr additive="base">
                                        <p:cTn id="103" dur="500" fill="hold"/>
                                        <p:tgtEl>
                                          <p:spTgt spid="21"/>
                                        </p:tgtEl>
                                        <p:attrNameLst>
                                          <p:attrName>ppt_x</p:attrName>
                                        </p:attrNameLst>
                                      </p:cBhvr>
                                      <p:tavLst>
                                        <p:tav tm="0">
                                          <p:val>
                                            <p:strVal val="0-#ppt_w/2"/>
                                          </p:val>
                                        </p:tav>
                                        <p:tav tm="100000">
                                          <p:val>
                                            <p:strVal val="#ppt_x"/>
                                          </p:val>
                                        </p:tav>
                                      </p:tavLst>
                                    </p:anim>
                                    <p:anim calcmode="lin" valueType="num">
                                      <p:cBhvr additive="base">
                                        <p:cTn id="10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0-#ppt_w/2"/>
                                          </p:val>
                                        </p:tav>
                                        <p:tav tm="100000">
                                          <p:val>
                                            <p:strVal val="#ppt_x"/>
                                          </p:val>
                                        </p:tav>
                                      </p:tavLst>
                                    </p:anim>
                                    <p:anim calcmode="lin" valueType="num">
                                      <p:cBhvr additive="base">
                                        <p:cTn id="11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23"/>
                                        </p:tgtEl>
                                        <p:attrNameLst>
                                          <p:attrName>style.visibility</p:attrName>
                                        </p:attrNameLst>
                                      </p:cBhvr>
                                      <p:to>
                                        <p:strVal val="visible"/>
                                      </p:to>
                                    </p:set>
                                    <p:anim calcmode="lin" valueType="num">
                                      <p:cBhvr additive="base">
                                        <p:cTn id="115" dur="500" fill="hold"/>
                                        <p:tgtEl>
                                          <p:spTgt spid="23"/>
                                        </p:tgtEl>
                                        <p:attrNameLst>
                                          <p:attrName>ppt_x</p:attrName>
                                        </p:attrNameLst>
                                      </p:cBhvr>
                                      <p:tavLst>
                                        <p:tav tm="0">
                                          <p:val>
                                            <p:strVal val="0-#ppt_w/2"/>
                                          </p:val>
                                        </p:tav>
                                        <p:tav tm="100000">
                                          <p:val>
                                            <p:strVal val="#ppt_x"/>
                                          </p:val>
                                        </p:tav>
                                      </p:tavLst>
                                    </p:anim>
                                    <p:anim calcmode="lin" valueType="num">
                                      <p:cBhvr additive="base">
                                        <p:cTn id="11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4"/>
                                        </p:tgtEl>
                                        <p:attrNameLst>
                                          <p:attrName>style.visibility</p:attrName>
                                        </p:attrNameLst>
                                      </p:cBhvr>
                                      <p:to>
                                        <p:strVal val="visible"/>
                                      </p:to>
                                    </p:set>
                                    <p:anim calcmode="lin" valueType="num">
                                      <p:cBhvr additive="base">
                                        <p:cTn id="121" dur="500" fill="hold"/>
                                        <p:tgtEl>
                                          <p:spTgt spid="24"/>
                                        </p:tgtEl>
                                        <p:attrNameLst>
                                          <p:attrName>ppt_x</p:attrName>
                                        </p:attrNameLst>
                                      </p:cBhvr>
                                      <p:tavLst>
                                        <p:tav tm="0">
                                          <p:val>
                                            <p:strVal val="#ppt_x"/>
                                          </p:val>
                                        </p:tav>
                                        <p:tav tm="100000">
                                          <p:val>
                                            <p:strVal val="#ppt_x"/>
                                          </p:val>
                                        </p:tav>
                                      </p:tavLst>
                                    </p:anim>
                                    <p:anim calcmode="lin" valueType="num">
                                      <p:cBhvr additive="base">
                                        <p:cTn id="1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25"/>
                                        </p:tgtEl>
                                        <p:attrNameLst>
                                          <p:attrName>style.visibility</p:attrName>
                                        </p:attrNameLst>
                                      </p:cBhvr>
                                      <p:to>
                                        <p:strVal val="visible"/>
                                      </p:to>
                                    </p:set>
                                    <p:anim calcmode="lin" valueType="num">
                                      <p:cBhvr additive="base">
                                        <p:cTn id="127" dur="500" fill="hold"/>
                                        <p:tgtEl>
                                          <p:spTgt spid="25"/>
                                        </p:tgtEl>
                                        <p:attrNameLst>
                                          <p:attrName>ppt_x</p:attrName>
                                        </p:attrNameLst>
                                      </p:cBhvr>
                                      <p:tavLst>
                                        <p:tav tm="0">
                                          <p:val>
                                            <p:strVal val="0-#ppt_w/2"/>
                                          </p:val>
                                        </p:tav>
                                        <p:tav tm="100000">
                                          <p:val>
                                            <p:strVal val="#ppt_x"/>
                                          </p:val>
                                        </p:tav>
                                      </p:tavLst>
                                    </p:anim>
                                    <p:anim calcmode="lin" valueType="num">
                                      <p:cBhvr additive="base">
                                        <p:cTn id="12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27"/>
                                        </p:tgtEl>
                                        <p:attrNameLst>
                                          <p:attrName>style.visibility</p:attrName>
                                        </p:attrNameLst>
                                      </p:cBhvr>
                                      <p:to>
                                        <p:strVal val="visible"/>
                                      </p:to>
                                    </p:set>
                                    <p:anim calcmode="lin" valueType="num">
                                      <p:cBhvr additive="base">
                                        <p:cTn id="133" dur="500" fill="hold"/>
                                        <p:tgtEl>
                                          <p:spTgt spid="27"/>
                                        </p:tgtEl>
                                        <p:attrNameLst>
                                          <p:attrName>ppt_x</p:attrName>
                                        </p:attrNameLst>
                                      </p:cBhvr>
                                      <p:tavLst>
                                        <p:tav tm="0">
                                          <p:val>
                                            <p:strVal val="0-#ppt_w/2"/>
                                          </p:val>
                                        </p:tav>
                                        <p:tav tm="100000">
                                          <p:val>
                                            <p:strVal val="#ppt_x"/>
                                          </p:val>
                                        </p:tav>
                                      </p:tavLst>
                                    </p:anim>
                                    <p:anim calcmode="lin" valueType="num">
                                      <p:cBhvr additive="base">
                                        <p:cTn id="134"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5" grpId="0" animBg="1"/>
      <p:bldP spid="17" grpId="0" animBg="1"/>
      <p:bldP spid="18" grpId="0" animBg="1"/>
      <p:bldP spid="19" grpId="0" animBg="1"/>
      <p:bldP spid="21" grpId="0" animBg="1"/>
      <p:bldP spid="22" grpId="0" animBg="1"/>
      <p:bldP spid="23" grpId="0" animBg="1"/>
      <p:bldP spid="25" grpId="0" animBg="1"/>
      <p:bldP spid="2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OUTLINE</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Abstract of the Project</a:t>
            </a:r>
            <a:endParaRPr lang="en-US" sz="1300" dirty="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Problem Statement</a:t>
            </a:r>
            <a:endParaRPr lang="en-US" sz="1300" dirty="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Proposed Solution</a:t>
            </a:r>
            <a:endParaRPr lang="en-US" sz="1300" dirty="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System Architecture</a:t>
            </a:r>
            <a:endParaRPr lang="en-US" sz="1300" dirty="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Live Demo of the Project</a:t>
            </a:r>
            <a:endParaRPr lang="en-US" sz="1300" dirty="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Embedded Video of Project</a:t>
            </a:r>
            <a:endParaRPr lang="en-US" sz="1300" dirty="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Conclusion</a:t>
            </a:r>
            <a:endParaRPr lang="en-US" sz="1300" dirty="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Future Scope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Abstract</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19" name="Text 12">
            <a:extLst>
              <a:ext uri="{FF2B5EF4-FFF2-40B4-BE49-F238E27FC236}">
                <a16:creationId xmlns:a16="http://schemas.microsoft.com/office/drawing/2014/main" id="{7BA53C9D-AAA2-05C7-14B1-F7DA481CA53F}"/>
              </a:ext>
            </a:extLst>
          </p:cNvPr>
          <p:cNvSpPr/>
          <p:nvPr/>
        </p:nvSpPr>
        <p:spPr>
          <a:xfrm>
            <a:off x="457200" y="1284468"/>
            <a:ext cx="4114800" cy="302281"/>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400" dirty="0">
                <a:latin typeface="Lato" panose="020F0502020204030203" pitchFamily="34" charset="0"/>
                <a:ea typeface="Open Sans" panose="020B0606030504020204" pitchFamily="34" charset="0"/>
                <a:cs typeface="Arial" panose="020B0604020202020204" pitchFamily="34" charset="0"/>
              </a:rPr>
              <a:t>Purpose : To study house price trends in India                              And  affordability , growth drivers.</a:t>
            </a:r>
          </a:p>
          <a:p>
            <a:pPr marL="0" indent="0">
              <a:buNone/>
            </a:pPr>
            <a:endParaRPr lang="en-US" sz="1300" dirty="0"/>
          </a:p>
        </p:txBody>
      </p:sp>
      <p:sp>
        <p:nvSpPr>
          <p:cNvPr id="20" name="Text 13">
            <a:extLst>
              <a:ext uri="{FF2B5EF4-FFF2-40B4-BE49-F238E27FC236}">
                <a16:creationId xmlns:a16="http://schemas.microsoft.com/office/drawing/2014/main" id="{FBB90A13-7196-D2E6-20B4-845F03152899}"/>
              </a:ext>
            </a:extLst>
          </p:cNvPr>
          <p:cNvSpPr/>
          <p:nvPr/>
        </p:nvSpPr>
        <p:spPr>
          <a:xfrm>
            <a:off x="400692" y="1661884"/>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latin typeface="Lato" panose="020F0502020204030203" pitchFamily="34" charset="0"/>
                <a:ea typeface="+mn-lt"/>
                <a:cs typeface="Arial" panose="020B0604020202020204" pitchFamily="34" charset="0"/>
              </a:rPr>
              <a:t> Tools : Excel , Ai forecasting models , Power bi</a:t>
            </a:r>
            <a:endParaRPr lang="en-US" sz="1300" dirty="0"/>
          </a:p>
        </p:txBody>
      </p:sp>
      <p:sp>
        <p:nvSpPr>
          <p:cNvPr id="21" name="Text 14">
            <a:extLst>
              <a:ext uri="{FF2B5EF4-FFF2-40B4-BE49-F238E27FC236}">
                <a16:creationId xmlns:a16="http://schemas.microsoft.com/office/drawing/2014/main" id="{4BCD0967-8763-EBD0-918B-8930803EE40C}"/>
              </a:ext>
            </a:extLst>
          </p:cNvPr>
          <p:cNvSpPr/>
          <p:nvPr/>
        </p:nvSpPr>
        <p:spPr>
          <a:xfrm>
            <a:off x="400692" y="2253149"/>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400" dirty="0">
                <a:latin typeface="Lato" panose="020F0502020204030203" pitchFamily="34" charset="0"/>
                <a:ea typeface="+mn-lt"/>
                <a:cs typeface="Arial" panose="020B0604020202020204" pitchFamily="34" charset="0"/>
              </a:rPr>
              <a:t>Outcomes : Dashboards , affordability indices , predictive insights.</a:t>
            </a:r>
          </a:p>
          <a:p>
            <a:pPr marL="0" indent="0">
              <a:buNone/>
            </a:pPr>
            <a:endParaRPr lang="en-US" sz="1300" dirty="0"/>
          </a:p>
        </p:txBody>
      </p:sp>
      <p:sp>
        <p:nvSpPr>
          <p:cNvPr id="22" name="Text 15">
            <a:extLst>
              <a:ext uri="{FF2B5EF4-FFF2-40B4-BE49-F238E27FC236}">
                <a16:creationId xmlns:a16="http://schemas.microsoft.com/office/drawing/2014/main" id="{A079AF38-4D82-61EA-A6DE-714C1225E65B}"/>
              </a:ext>
            </a:extLst>
          </p:cNvPr>
          <p:cNvSpPr/>
          <p:nvPr/>
        </p:nvSpPr>
        <p:spPr>
          <a:xfrm>
            <a:off x="457200" y="2523744"/>
            <a:ext cx="4114800" cy="402336"/>
          </a:xfrm>
          <a:prstGeom prst="rect">
            <a:avLst/>
          </a:prstGeom>
          <a:noFill/>
          <a:ln/>
        </p:spPr>
        <p:txBody>
          <a:bodyPr wrap="square" rtlCol="0" anchor="ctr"/>
          <a:lstStyle/>
          <a:p>
            <a:endParaRPr lang="en-US" sz="1400" dirty="0">
              <a:latin typeface="Lato" panose="020F0502020204030203" pitchFamily="34" charset="0"/>
              <a:ea typeface="+mn-lt"/>
              <a:cs typeface="Arial" panose="020B0604020202020204" pitchFamily="34" charset="0"/>
            </a:endParaRPr>
          </a:p>
          <a:p>
            <a:pPr marL="0" indent="0">
              <a:buNone/>
            </a:pPr>
            <a:endParaRPr lang="en-US" sz="1300" dirty="0"/>
          </a:p>
        </p:txBody>
      </p:sp>
      <p:sp>
        <p:nvSpPr>
          <p:cNvPr id="23" name="Text 16">
            <a:extLst>
              <a:ext uri="{FF2B5EF4-FFF2-40B4-BE49-F238E27FC236}">
                <a16:creationId xmlns:a16="http://schemas.microsoft.com/office/drawing/2014/main" id="{E42052B7-1005-7C95-89EC-CBD8D61EEAEE}"/>
              </a:ext>
            </a:extLst>
          </p:cNvPr>
          <p:cNvSpPr/>
          <p:nvPr/>
        </p:nvSpPr>
        <p:spPr>
          <a:xfrm>
            <a:off x="400692" y="2882779"/>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400" dirty="0">
                <a:latin typeface="Lato" panose="020F0502020204030203" pitchFamily="34" charset="0"/>
                <a:ea typeface="+mn-lt"/>
                <a:cs typeface="Arial" panose="020B0604020202020204" pitchFamily="34" charset="0"/>
              </a:rPr>
              <a:t>Highlight : Unique integration of affordability + predictive analysis.</a:t>
            </a:r>
          </a:p>
          <a:p>
            <a:pPr marL="0" indent="0">
              <a:buNone/>
            </a:pP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9" grpId="0" animBg="1"/>
      <p:bldP spid="20" grpId="0" animBg="1"/>
      <p:bldP spid="21"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Problem Statement</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21379"/>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 </a:t>
            </a:r>
            <a:r>
              <a:rPr lang="en-US" sz="1400" dirty="0">
                <a:latin typeface="Lato" panose="020F0502020204030203" pitchFamily="34" charset="0"/>
                <a:ea typeface="Times New Roman" panose="02020603050405020304" pitchFamily="18" charset="0"/>
                <a:cs typeface="Arial" panose="020B0604020202020204" pitchFamily="34" charset="0"/>
              </a:rPr>
              <a:t>Rising house price – affordability challenges for middle-income buyers</a:t>
            </a:r>
            <a:endParaRPr lang="en-US" sz="1300" dirty="0"/>
          </a:p>
        </p:txBody>
      </p:sp>
      <p:sp>
        <p:nvSpPr>
          <p:cNvPr id="15" name="Text 13"/>
          <p:cNvSpPr/>
          <p:nvPr/>
        </p:nvSpPr>
        <p:spPr>
          <a:xfrm>
            <a:off x="457200" y="2012990"/>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 </a:t>
            </a:r>
            <a:r>
              <a:rPr lang="en-US" sz="1400" dirty="0">
                <a:latin typeface="Lato" panose="020F0502020204030203" pitchFamily="34" charset="0"/>
                <a:ea typeface="+mn-lt"/>
                <a:cs typeface="Arial" panose="020B0604020202020204" pitchFamily="34" charset="0"/>
              </a:rPr>
              <a:t>Lack of integrated dashboards combining affordability , growth trends , and predictive analysis .</a:t>
            </a:r>
          </a:p>
          <a:p>
            <a:pPr marL="0" indent="0">
              <a:buNone/>
            </a:pPr>
            <a:endParaRPr lang="en-US" sz="1300" dirty="0"/>
          </a:p>
        </p:txBody>
      </p:sp>
      <p:sp>
        <p:nvSpPr>
          <p:cNvPr id="16" name="Text 14"/>
          <p:cNvSpPr/>
          <p:nvPr/>
        </p:nvSpPr>
        <p:spPr>
          <a:xfrm>
            <a:off x="457200" y="2589062"/>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300" dirty="0">
                <a:solidFill>
                  <a:srgbClr val="1A1A2E"/>
                </a:solidFill>
                <a:latin typeface="Calibri" pitchFamily="34" charset="0"/>
                <a:ea typeface="Calibri" pitchFamily="34" charset="-122"/>
                <a:cs typeface="Calibri" pitchFamily="34" charset="-120"/>
              </a:rPr>
              <a:t> </a:t>
            </a:r>
            <a:r>
              <a:rPr lang="en-US" sz="1400" dirty="0">
                <a:latin typeface="Lato" panose="020F0502020204030203" pitchFamily="34" charset="0"/>
                <a:ea typeface="+mn-lt"/>
                <a:cs typeface="Arial" panose="020B0604020202020204" pitchFamily="34" charset="0"/>
              </a:rPr>
              <a:t>Target users : policymakers , investors , buyers.</a:t>
            </a:r>
          </a:p>
          <a:p>
            <a:pPr marL="0" indent="0">
              <a:buNone/>
            </a:pPr>
            <a:endParaRPr lang="en-US" sz="1300" dirty="0"/>
          </a:p>
        </p:txBody>
      </p:sp>
      <p:sp>
        <p:nvSpPr>
          <p:cNvPr id="17" name="Text 15"/>
          <p:cNvSpPr/>
          <p:nvPr/>
        </p:nvSpPr>
        <p:spPr>
          <a:xfrm>
            <a:off x="457200" y="2991398"/>
            <a:ext cx="411480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 </a:t>
            </a:r>
            <a:r>
              <a:rPr lang="en-US" sz="1400" dirty="0">
                <a:latin typeface="Lato" panose="020F0502020204030203" pitchFamily="34" charset="0"/>
                <a:ea typeface="+mn-lt"/>
                <a:cs typeface="Arial" panose="020B0604020202020204" pitchFamily="34" charset="0"/>
              </a:rPr>
              <a:t>Scope : focus on urban cities ( Delhi-NCR , Bengaluru , Hyderabad , Pune , Mumbai) </a:t>
            </a:r>
            <a:endParaRPr lang="en-US" sz="1300" dirty="0"/>
          </a:p>
        </p:txBody>
      </p:sp>
      <p:sp>
        <p:nvSpPr>
          <p:cNvPr id="18" name="Text 16"/>
          <p:cNvSpPr/>
          <p:nvPr/>
        </p:nvSpPr>
        <p:spPr>
          <a:xfrm>
            <a:off x="457200" y="2953512"/>
            <a:ext cx="4114800" cy="402336"/>
          </a:xfrm>
          <a:prstGeom prst="rect">
            <a:avLst/>
          </a:prstGeom>
          <a:noFill/>
          <a:ln/>
        </p:spPr>
        <p:txBody>
          <a:bodyPr wrap="square" rtlCol="0" anchor="ctr"/>
          <a:lstStyle/>
          <a:p>
            <a:pPr marL="0" indent="0">
              <a:buNone/>
            </a:pP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Proposed Solution</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4114800" cy="3474720"/>
          </a:xfrm>
          <a:prstGeom prst="rect">
            <a:avLst/>
          </a:prstGeom>
          <a:noFill/>
          <a:ln/>
        </p:spPr>
        <p:txBody>
          <a:bodyPr wrap="square" rtlCol="0" anchor="t"/>
          <a:lstStyle/>
          <a:p>
            <a:r>
              <a:rPr lang="en-US" sz="1400" dirty="0">
                <a:solidFill>
                  <a:srgbClr val="1A1A2E"/>
                </a:solidFill>
                <a:latin typeface="Lato" panose="020F0502020204030203" pitchFamily="34" charset="0"/>
                <a:ea typeface="Calibri" pitchFamily="34" charset="-122"/>
                <a:cs typeface="Arial" panose="020B0604020202020204" pitchFamily="34" charset="0"/>
              </a:rPr>
              <a:t>Build a Data-Driven dashboard.</a:t>
            </a:r>
          </a:p>
          <a:p>
            <a:endParaRPr lang="en-US" sz="1400" dirty="0">
              <a:solidFill>
                <a:srgbClr val="1A1A2E"/>
              </a:solidFill>
              <a:latin typeface="Lato" panose="020F0502020204030203" pitchFamily="34" charset="0"/>
              <a:ea typeface="Calibri" pitchFamily="34" charset="-122"/>
              <a:cs typeface="Arial" panose="020B0604020202020204" pitchFamily="34" charset="0"/>
            </a:endParaRPr>
          </a:p>
          <a:p>
            <a:r>
              <a:rPr lang="en-US" sz="1400" dirty="0">
                <a:solidFill>
                  <a:srgbClr val="1A1A2E"/>
                </a:solidFill>
                <a:latin typeface="Lato" panose="020F0502020204030203" pitchFamily="34" charset="0"/>
                <a:ea typeface="Calibri" pitchFamily="34" charset="-122"/>
                <a:cs typeface="Arial" panose="020B0604020202020204" pitchFamily="34" charset="0"/>
              </a:rPr>
              <a:t>Integrate house price dataset , affordability indices, and AI – based predictive models.</a:t>
            </a:r>
          </a:p>
          <a:p>
            <a:endParaRPr lang="en-US" sz="1400" dirty="0">
              <a:solidFill>
                <a:srgbClr val="1A1A2E"/>
              </a:solidFill>
              <a:latin typeface="Lato" panose="020F0502020204030203" pitchFamily="34" charset="0"/>
              <a:ea typeface="Calibri" pitchFamily="34" charset="-122"/>
              <a:cs typeface="Arial" panose="020B0604020202020204" pitchFamily="34" charset="0"/>
            </a:endParaRPr>
          </a:p>
          <a:p>
            <a:r>
              <a:rPr lang="en-US" sz="1400" dirty="0">
                <a:solidFill>
                  <a:srgbClr val="1A1A2E"/>
                </a:solidFill>
                <a:latin typeface="Lato" panose="020F0502020204030203" pitchFamily="34" charset="0"/>
                <a:ea typeface="Calibri" pitchFamily="34" charset="-122"/>
                <a:cs typeface="Arial" panose="020B0604020202020204" pitchFamily="34" charset="0"/>
              </a:rPr>
              <a:t>benefits : clear city-wise insights , affordability gap analysis , future forecasts.</a:t>
            </a:r>
          </a:p>
          <a:p>
            <a:endParaRPr lang="en-US" sz="1400" dirty="0">
              <a:solidFill>
                <a:srgbClr val="1A1A2E"/>
              </a:solidFill>
              <a:latin typeface="Lato" panose="020F0502020204030203" pitchFamily="34" charset="0"/>
              <a:ea typeface="Calibri" pitchFamily="34" charset="-122"/>
              <a:cs typeface="Arial" panose="020B0604020202020204" pitchFamily="34" charset="0"/>
            </a:endParaRPr>
          </a:p>
          <a:p>
            <a:r>
              <a:rPr lang="en-US" sz="1400" dirty="0">
                <a:solidFill>
                  <a:srgbClr val="1A1A2E"/>
                </a:solidFill>
                <a:latin typeface="Lato" panose="020F0502020204030203" pitchFamily="34" charset="0"/>
                <a:ea typeface="Calibri" pitchFamily="34" charset="-122"/>
                <a:cs typeface="Arial" panose="020B0604020202020204" pitchFamily="34" charset="0"/>
              </a:rPr>
              <a:t>Innovation : Combines multiple Tools ( Excel , Python, AI)</a:t>
            </a:r>
            <a:endParaRPr lang="en-US" sz="1400" dirty="0">
              <a:latin typeface="Lato" panose="020F0502020204030203" pitchFamily="34" charset="0"/>
              <a:cs typeface="Arial" panose="020B0604020202020204" pitchFamily="34" charset="0"/>
            </a:endParaRPr>
          </a:p>
          <a:p>
            <a:endParaRPr lang="en-US" sz="1300" dirty="0"/>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System Architecture</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274320" y="1097280"/>
            <a:ext cx="4114800" cy="384048"/>
          </a:xfrm>
          <a:prstGeom prst="rect">
            <a:avLst/>
          </a:prstGeom>
          <a:solidFill>
            <a:srgbClr val="1565C0"/>
          </a:solidFill>
          <a:ln/>
        </p:spPr>
      </p:sp>
      <p:sp>
        <p:nvSpPr>
          <p:cNvPr id="7" name="Shape 5"/>
          <p:cNvSpPr/>
          <p:nvPr/>
        </p:nvSpPr>
        <p:spPr>
          <a:xfrm>
            <a:off x="4206240" y="1097280"/>
            <a:ext cx="320040" cy="384048"/>
          </a:xfrm>
          <a:prstGeom prst="rect">
            <a:avLst/>
          </a:prstGeom>
          <a:solidFill>
            <a:srgbClr val="1B3A8A"/>
          </a:solidFill>
          <a:ln/>
        </p:spPr>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Input / Source</a:t>
            </a:r>
            <a:endParaRPr lang="en-US" sz="1200" dirty="0"/>
          </a:p>
        </p:txBody>
      </p:sp>
      <p:sp>
        <p:nvSpPr>
          <p:cNvPr id="9" name="Text 7"/>
          <p:cNvSpPr/>
          <p:nvPr/>
        </p:nvSpPr>
        <p:spPr>
          <a:xfrm>
            <a:off x="365760" y="1554480"/>
            <a:ext cx="4023360" cy="1188720"/>
          </a:xfrm>
          <a:prstGeom prst="rect">
            <a:avLst/>
          </a:prstGeom>
          <a:noFill/>
          <a:ln/>
        </p:spPr>
        <p:txBody>
          <a:bodyPr wrap="square" rtlCol="0" anchor="t"/>
          <a:lstStyle/>
          <a:p>
            <a:r>
              <a:rPr lang="en-US" sz="1200" dirty="0">
                <a:solidFill>
                  <a:srgbClr val="1A1A2E"/>
                </a:solidFill>
                <a:latin typeface="Lato" panose="020F0502020204030203" pitchFamily="34" charset="0"/>
                <a:ea typeface="Calibri" pitchFamily="34" charset="-122"/>
                <a:cs typeface="Arial" panose="020B0604020202020204" pitchFamily="34" charset="0"/>
              </a:rPr>
              <a:t>House price dataset containing features like bedrooms, bathrooms, area, and price.</a:t>
            </a:r>
            <a:endParaRPr lang="en-US" sz="1200" dirty="0">
              <a:latin typeface="Lato" panose="020F0502020204030203" pitchFamily="34" charset="0"/>
              <a:cs typeface="Arial" panose="020B0604020202020204" pitchFamily="34" charset="0"/>
            </a:endParaRPr>
          </a:p>
          <a:p>
            <a:pPr marL="0" indent="0">
              <a:buNone/>
            </a:pPr>
            <a:endParaRPr lang="en-US" sz="1150" dirty="0"/>
          </a:p>
        </p:txBody>
      </p:sp>
      <p:sp>
        <p:nvSpPr>
          <p:cNvPr id="10" name="Shape 8"/>
          <p:cNvSpPr/>
          <p:nvPr/>
        </p:nvSpPr>
        <p:spPr>
          <a:xfrm>
            <a:off x="4709160" y="1097280"/>
            <a:ext cx="4114800" cy="384048"/>
          </a:xfrm>
          <a:prstGeom prst="rect">
            <a:avLst/>
          </a:prstGeom>
          <a:solidFill>
            <a:srgbClr val="1565C0"/>
          </a:solidFill>
          <a:ln/>
        </p:spPr>
      </p:sp>
      <p:sp>
        <p:nvSpPr>
          <p:cNvPr id="11" name="Shape 9"/>
          <p:cNvSpPr/>
          <p:nvPr/>
        </p:nvSpPr>
        <p:spPr>
          <a:xfrm>
            <a:off x="8641080" y="1097280"/>
            <a:ext cx="320040" cy="384048"/>
          </a:xfrm>
          <a:prstGeom prst="rect">
            <a:avLst/>
          </a:prstGeom>
          <a:solidFill>
            <a:srgbClr val="1B3A8A"/>
          </a:solidFill>
          <a:ln/>
        </p:spPr>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Processing / Analysis</a:t>
            </a:r>
            <a:endParaRPr lang="en-US" sz="1200" dirty="0"/>
          </a:p>
        </p:txBody>
      </p:sp>
      <p:sp>
        <p:nvSpPr>
          <p:cNvPr id="13" name="Text 11"/>
          <p:cNvSpPr/>
          <p:nvPr/>
        </p:nvSpPr>
        <p:spPr>
          <a:xfrm>
            <a:off x="4800600" y="1554480"/>
            <a:ext cx="4023360" cy="1188720"/>
          </a:xfrm>
          <a:prstGeom prst="rect">
            <a:avLst/>
          </a:prstGeom>
          <a:noFill/>
          <a:ln/>
        </p:spPr>
        <p:txBody>
          <a:bodyPr wrap="square" rtlCol="0" anchor="t"/>
          <a:lstStyle/>
          <a:p>
            <a:r>
              <a:rPr lang="en-US" sz="1200" dirty="0">
                <a:latin typeface="Lato" panose="020F0502020204030203" pitchFamily="34" charset="0"/>
                <a:cs typeface="Arial" panose="020B0604020202020204" pitchFamily="34" charset="0"/>
              </a:rPr>
              <a:t>Data cleaning and analysis is done using Excel, including  charts.</a:t>
            </a:r>
          </a:p>
          <a:p>
            <a:pPr marL="0" indent="0">
              <a:buNone/>
            </a:pPr>
            <a:endParaRPr lang="en-US" sz="1150" dirty="0"/>
          </a:p>
        </p:txBody>
      </p:sp>
      <p:sp>
        <p:nvSpPr>
          <p:cNvPr id="14" name="Shape 12"/>
          <p:cNvSpPr/>
          <p:nvPr/>
        </p:nvSpPr>
        <p:spPr>
          <a:xfrm>
            <a:off x="274320" y="2926080"/>
            <a:ext cx="4114800" cy="384048"/>
          </a:xfrm>
          <a:prstGeom prst="rect">
            <a:avLst/>
          </a:prstGeom>
          <a:solidFill>
            <a:srgbClr val="1565C0"/>
          </a:solidFill>
          <a:ln/>
        </p:spPr>
      </p:sp>
      <p:sp>
        <p:nvSpPr>
          <p:cNvPr id="15" name="Shape 13"/>
          <p:cNvSpPr/>
          <p:nvPr/>
        </p:nvSpPr>
        <p:spPr>
          <a:xfrm>
            <a:off x="4206240" y="2926080"/>
            <a:ext cx="320040" cy="384048"/>
          </a:xfrm>
          <a:prstGeom prst="rect">
            <a:avLst/>
          </a:prstGeom>
          <a:solidFill>
            <a:srgbClr val="1B3A8A"/>
          </a:solidFill>
          <a:ln/>
        </p:spPr>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 / Tool Integration</a:t>
            </a:r>
            <a:endParaRPr lang="en-US" sz="1200" dirty="0"/>
          </a:p>
        </p:txBody>
      </p:sp>
      <p:sp>
        <p:nvSpPr>
          <p:cNvPr id="17" name="Text 15"/>
          <p:cNvSpPr/>
          <p:nvPr/>
        </p:nvSpPr>
        <p:spPr>
          <a:xfrm>
            <a:off x="365760" y="3383280"/>
            <a:ext cx="4023360" cy="1188720"/>
          </a:xfrm>
          <a:prstGeom prst="rect">
            <a:avLst/>
          </a:prstGeom>
          <a:noFill/>
          <a:ln/>
        </p:spPr>
        <p:txBody>
          <a:bodyPr wrap="square" rtlCol="0" anchor="t"/>
          <a:lstStyle/>
          <a:p>
            <a:r>
              <a:rPr lang="en-US" sz="1200" dirty="0">
                <a:latin typeface="Lato" panose="020F0502020204030203" pitchFamily="34" charset="0"/>
                <a:cs typeface="Arial" panose="020B0604020202020204" pitchFamily="34" charset="0"/>
              </a:rPr>
              <a:t>AI chatbot is created using Microsoft Copilot Studio to answer user queries and doubt solving .</a:t>
            </a:r>
          </a:p>
          <a:p>
            <a:pPr marL="0" indent="0">
              <a:buNone/>
            </a:pPr>
            <a:endParaRPr lang="en-US" sz="1150" dirty="0"/>
          </a:p>
        </p:txBody>
      </p:sp>
      <p:sp>
        <p:nvSpPr>
          <p:cNvPr id="18" name="Shape 16"/>
          <p:cNvSpPr/>
          <p:nvPr/>
        </p:nvSpPr>
        <p:spPr>
          <a:xfrm>
            <a:off x="4709160" y="2926080"/>
            <a:ext cx="4114800" cy="384048"/>
          </a:xfrm>
          <a:prstGeom prst="rect">
            <a:avLst/>
          </a:prstGeom>
          <a:solidFill>
            <a:srgbClr val="1565C0"/>
          </a:solidFill>
          <a:ln/>
        </p:spPr>
      </p:sp>
      <p:sp>
        <p:nvSpPr>
          <p:cNvPr id="19" name="Shape 17"/>
          <p:cNvSpPr/>
          <p:nvPr/>
        </p:nvSpPr>
        <p:spPr>
          <a:xfrm>
            <a:off x="8641080" y="2926080"/>
            <a:ext cx="320040" cy="384048"/>
          </a:xfrm>
          <a:prstGeom prst="rect">
            <a:avLst/>
          </a:prstGeom>
          <a:solidFill>
            <a:srgbClr val="1B3A8A"/>
          </a:solidFill>
          <a:ln/>
        </p:spPr>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Output / Dashboard</a:t>
            </a:r>
            <a:endParaRPr lang="en-US" sz="1200" dirty="0"/>
          </a:p>
        </p:txBody>
      </p:sp>
      <p:sp>
        <p:nvSpPr>
          <p:cNvPr id="21" name="Text 19"/>
          <p:cNvSpPr/>
          <p:nvPr/>
        </p:nvSpPr>
        <p:spPr>
          <a:xfrm>
            <a:off x="4800600" y="3383280"/>
            <a:ext cx="4023360" cy="1188720"/>
          </a:xfrm>
          <a:prstGeom prst="rect">
            <a:avLst/>
          </a:prstGeom>
          <a:noFill/>
          <a:ln/>
        </p:spPr>
        <p:txBody>
          <a:bodyPr wrap="square" rtlCol="0" anchor="t"/>
          <a:lstStyle/>
          <a:p>
            <a:r>
              <a:rPr lang="en-US" sz="1200" dirty="0">
                <a:solidFill>
                  <a:srgbClr val="1A1A2E"/>
                </a:solidFill>
                <a:latin typeface="Lato" panose="020F0502020204030203" pitchFamily="34" charset="0"/>
                <a:ea typeface="Calibri" pitchFamily="34" charset="-122"/>
                <a:cs typeface="Arial" panose="020B0604020202020204" pitchFamily="34" charset="0"/>
              </a:rPr>
              <a:t>Power bi dashboard and chatbot responses showing insights and answers.</a:t>
            </a:r>
            <a:endParaRPr lang="en-US" sz="1200" dirty="0">
              <a:latin typeface="Lato" panose="020F0502020204030203" pitchFamily="34" charset="0"/>
              <a:cs typeface="Arial" panose="020B0604020202020204" pitchFamily="34" charset="0"/>
            </a:endParaRPr>
          </a:p>
          <a:p>
            <a:pPr marL="0" indent="0">
              <a:buNone/>
            </a:pPr>
            <a:endParaRPr lang="en-US" sz="11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1+#ppt_w/2"/>
                                          </p:val>
                                        </p:tav>
                                        <p:tav tm="100000">
                                          <p:val>
                                            <p:strVal val="#ppt_x"/>
                                          </p:val>
                                        </p:tav>
                                      </p:tavLst>
                                    </p:anim>
                                    <p:anim calcmode="lin" valueType="num">
                                      <p:cBhvr additive="base">
                                        <p:cTn id="5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1+#ppt_w/2"/>
                                          </p:val>
                                        </p:tav>
                                        <p:tav tm="100000">
                                          <p:val>
                                            <p:strVal val="#ppt_x"/>
                                          </p:val>
                                        </p:tav>
                                      </p:tavLst>
                                    </p:anim>
                                    <p:anim calcmode="lin" valueType="num">
                                      <p:cBhvr additive="base">
                                        <p:cTn id="6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0-#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0-#ppt_w/2"/>
                                          </p:val>
                                        </p:tav>
                                        <p:tav tm="100000">
                                          <p:val>
                                            <p:strVal val="#ppt_x"/>
                                          </p:val>
                                        </p:tav>
                                      </p:tavLst>
                                    </p:anim>
                                    <p:anim calcmode="lin" valueType="num">
                                      <p:cBhvr additive="base">
                                        <p:cTn id="7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anim calcmode="lin" valueType="num">
                                      <p:cBhvr additive="base">
                                        <p:cTn id="79" dur="500" fill="hold"/>
                                        <p:tgtEl>
                                          <p:spTgt spid="17"/>
                                        </p:tgtEl>
                                        <p:attrNameLst>
                                          <p:attrName>ppt_x</p:attrName>
                                        </p:attrNameLst>
                                      </p:cBhvr>
                                      <p:tavLst>
                                        <p:tav tm="0">
                                          <p:val>
                                            <p:strVal val="0-#ppt_w/2"/>
                                          </p:val>
                                        </p:tav>
                                        <p:tav tm="100000">
                                          <p:val>
                                            <p:strVal val="#ppt_x"/>
                                          </p:val>
                                        </p:tav>
                                      </p:tavLst>
                                    </p:anim>
                                    <p:anim calcmode="lin" valueType="num">
                                      <p:cBhvr additive="base">
                                        <p:cTn id="8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nodeType="clickEffect">
                                  <p:stCondLst>
                                    <p:cond delay="0"/>
                                  </p:stCondLst>
                                  <p:childTnLst>
                                    <p:set>
                                      <p:cBhvr>
                                        <p:cTn id="84" dur="1" fill="hold">
                                          <p:stCondLst>
                                            <p:cond delay="0"/>
                                          </p:stCondLst>
                                        </p:cTn>
                                        <p:tgtEl>
                                          <p:spTgt spid="18"/>
                                        </p:tgtEl>
                                        <p:attrNameLst>
                                          <p:attrName>style.visibility</p:attrName>
                                        </p:attrNameLst>
                                      </p:cBhvr>
                                      <p:to>
                                        <p:strVal val="visible"/>
                                      </p:to>
                                    </p:set>
                                    <p:anim calcmode="lin" valueType="num">
                                      <p:cBhvr additive="base">
                                        <p:cTn id="85" dur="500" fill="hold"/>
                                        <p:tgtEl>
                                          <p:spTgt spid="18"/>
                                        </p:tgtEl>
                                        <p:attrNameLst>
                                          <p:attrName>ppt_x</p:attrName>
                                        </p:attrNameLst>
                                      </p:cBhvr>
                                      <p:tavLst>
                                        <p:tav tm="0">
                                          <p:val>
                                            <p:strVal val="0-#ppt_w/2"/>
                                          </p:val>
                                        </p:tav>
                                        <p:tav tm="100000">
                                          <p:val>
                                            <p:strVal val="#ppt_x"/>
                                          </p:val>
                                        </p:tav>
                                      </p:tavLst>
                                    </p:anim>
                                    <p:anim calcmode="lin" valueType="num">
                                      <p:cBhvr additive="base">
                                        <p:cTn id="8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0-#ppt_w/2"/>
                                          </p:val>
                                        </p:tav>
                                        <p:tav tm="100000">
                                          <p:val>
                                            <p:strVal val="#ppt_x"/>
                                          </p:val>
                                        </p:tav>
                                      </p:tavLst>
                                    </p:anim>
                                    <p:anim calcmode="lin" valueType="num">
                                      <p:cBhvr additive="base">
                                        <p:cTn id="9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500" fill="hold"/>
                                        <p:tgtEl>
                                          <p:spTgt spid="20"/>
                                        </p:tgtEl>
                                        <p:attrNameLst>
                                          <p:attrName>ppt_x</p:attrName>
                                        </p:attrNameLst>
                                      </p:cBhvr>
                                      <p:tavLst>
                                        <p:tav tm="0">
                                          <p:val>
                                            <p:strVal val="1+#ppt_w/2"/>
                                          </p:val>
                                        </p:tav>
                                        <p:tav tm="100000">
                                          <p:val>
                                            <p:strVal val="#ppt_x"/>
                                          </p:val>
                                        </p:tav>
                                      </p:tavLst>
                                    </p:anim>
                                    <p:anim calcmode="lin" valueType="num">
                                      <p:cBhvr additive="base">
                                        <p:cTn id="9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1"/>
                                        </p:tgtEl>
                                        <p:attrNameLst>
                                          <p:attrName>style.visibility</p:attrName>
                                        </p:attrNameLst>
                                      </p:cBhvr>
                                      <p:to>
                                        <p:strVal val="visible"/>
                                      </p:to>
                                    </p:set>
                                    <p:anim calcmode="lin" valueType="num">
                                      <p:cBhvr additive="base">
                                        <p:cTn id="103" dur="500" fill="hold"/>
                                        <p:tgtEl>
                                          <p:spTgt spid="21"/>
                                        </p:tgtEl>
                                        <p:attrNameLst>
                                          <p:attrName>ppt_x</p:attrName>
                                        </p:attrNameLst>
                                      </p:cBhvr>
                                      <p:tavLst>
                                        <p:tav tm="0">
                                          <p:val>
                                            <p:strVal val="0-#ppt_w/2"/>
                                          </p:val>
                                        </p:tav>
                                        <p:tav tm="100000">
                                          <p:val>
                                            <p:strVal val="#ppt_x"/>
                                          </p:val>
                                        </p:tav>
                                      </p:tavLst>
                                    </p:anim>
                                    <p:anim calcmode="lin" valueType="num">
                                      <p:cBhvr additive="base">
                                        <p:cTn id="104"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2" grpId="0" animBg="1"/>
      <p:bldP spid="13" grpId="0" animBg="1"/>
      <p:bldP spid="16" grpId="0" animBg="1"/>
      <p:bldP spid="17"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Live Demo of Project</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1463040"/>
            <a:ext cx="2788920" cy="3200400"/>
          </a:xfrm>
          <a:prstGeom prst="rect">
            <a:avLst/>
          </a:prstGeom>
          <a:solidFill>
            <a:srgbClr val="1565C0"/>
          </a:solidFill>
          <a:ln/>
          <a:effectLst>
            <a:outerShdw blurRad="101600" dist="38100" dir="8100000" algn="bl" rotWithShape="0">
              <a:srgbClr val="000000">
                <a:alpha val="15000"/>
              </a:srgbClr>
            </a:outerShdw>
          </a:effectLst>
        </p:spPr>
      </p:sp>
      <p:sp>
        <p:nvSpPr>
          <p:cNvPr id="10" name="Text 8"/>
          <p:cNvSpPr/>
          <p:nvPr/>
        </p:nvSpPr>
        <p:spPr>
          <a:xfrm>
            <a:off x="233172" y="1658565"/>
            <a:ext cx="27889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 1</a:t>
            </a:r>
          </a:p>
          <a:p>
            <a:pPr marL="0" indent="0" algn="ctr">
              <a:buNone/>
            </a:pPr>
            <a:r>
              <a:rPr lang="en-US" sz="1600" b="1" dirty="0">
                <a:solidFill>
                  <a:srgbClr val="FFFFFF"/>
                </a:solidFill>
                <a:latin typeface="Calibri" pitchFamily="34" charset="0"/>
                <a:ea typeface="Calibri" pitchFamily="34" charset="-122"/>
                <a:cs typeface="Calibri" pitchFamily="34" charset="-120"/>
              </a:rPr>
              <a:t>Dataset</a:t>
            </a:r>
          </a:p>
          <a:p>
            <a:pPr marL="0" indent="0" algn="ctr">
              <a:buNone/>
            </a:pPr>
            <a:endParaRPr lang="en-US" sz="1600" dirty="0"/>
          </a:p>
        </p:txBody>
      </p:sp>
      <p:sp>
        <p:nvSpPr>
          <p:cNvPr id="11" name="Text 9"/>
          <p:cNvSpPr/>
          <p:nvPr/>
        </p:nvSpPr>
        <p:spPr>
          <a:xfrm>
            <a:off x="365760" y="3288339"/>
            <a:ext cx="2514600" cy="1371600"/>
          </a:xfrm>
          <a:prstGeom prst="rect">
            <a:avLst/>
          </a:prstGeom>
          <a:noFill/>
          <a:ln/>
        </p:spPr>
        <p:txBody>
          <a:bodyPr wrap="square" rtlCol="0" anchor="ctr"/>
          <a:lstStyle/>
          <a:p>
            <a:pPr algn="ctr"/>
            <a:r>
              <a:rPr lang="en-US" sz="1100" dirty="0">
                <a:solidFill>
                  <a:schemeClr val="bg1"/>
                </a:solidFill>
                <a:latin typeface="Lato" panose="020F0502020204030203" pitchFamily="34" charset="0"/>
                <a:ea typeface="Calibri" pitchFamily="34" charset="-122"/>
                <a:cs typeface="Arial" panose="020B0604020202020204" pitchFamily="34" charset="0"/>
              </a:rPr>
              <a:t>Cleaned data(Removing missing values &amp; errors)and prepared data for dashboard analysis.</a:t>
            </a:r>
            <a:endParaRPr lang="en-US" sz="1100" dirty="0">
              <a:solidFill>
                <a:schemeClr val="bg1"/>
              </a:solidFill>
              <a:latin typeface="Lato" panose="020F0502020204030203" pitchFamily="34" charset="0"/>
              <a:cs typeface="Arial" panose="020B0604020202020204" pitchFamily="34" charset="0"/>
            </a:endParaRPr>
          </a:p>
          <a:p>
            <a:pPr marL="0" indent="0" algn="ctr">
              <a:buNone/>
            </a:pPr>
            <a:endParaRPr lang="en-US" sz="1050" dirty="0"/>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27832" y="1435608"/>
            <a:ext cx="2788920" cy="3200400"/>
          </a:xfrm>
          <a:prstGeom prst="rect">
            <a:avLst/>
          </a:prstGeom>
          <a:solidFill>
            <a:srgbClr val="1565C0"/>
          </a:solidFill>
          <a:ln/>
          <a:effectLst>
            <a:outerShdw blurRad="101600" dist="38100" dir="8100000" algn="bl" rotWithShape="0">
              <a:srgbClr val="000000">
                <a:alpha val="15000"/>
              </a:srgbClr>
            </a:outerShdw>
          </a:effectLst>
        </p:spPr>
      </p:sp>
      <p:sp>
        <p:nvSpPr>
          <p:cNvPr id="15" name="Text 13"/>
          <p:cNvSpPr/>
          <p:nvPr/>
        </p:nvSpPr>
        <p:spPr>
          <a:xfrm>
            <a:off x="3209544" y="1548837"/>
            <a:ext cx="27889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 2</a:t>
            </a:r>
          </a:p>
          <a:p>
            <a:pPr marL="0" indent="0" algn="ctr">
              <a:buNone/>
            </a:pPr>
            <a:r>
              <a:rPr lang="en-US" sz="1600" b="1" dirty="0">
                <a:solidFill>
                  <a:srgbClr val="FFFFFF"/>
                </a:solidFill>
                <a:latin typeface="Calibri" pitchFamily="34" charset="0"/>
                <a:ea typeface="Calibri" pitchFamily="34" charset="-122"/>
                <a:cs typeface="Calibri" pitchFamily="34" charset="-120"/>
              </a:rPr>
              <a:t>Price Trends Dashboard</a:t>
            </a:r>
            <a:endParaRPr lang="en-US" sz="1600" dirty="0"/>
          </a:p>
        </p:txBody>
      </p:sp>
      <p:sp>
        <p:nvSpPr>
          <p:cNvPr id="16" name="Text 14"/>
          <p:cNvSpPr/>
          <p:nvPr/>
        </p:nvSpPr>
        <p:spPr>
          <a:xfrm>
            <a:off x="3355848" y="3283723"/>
            <a:ext cx="2514600" cy="1371600"/>
          </a:xfrm>
          <a:prstGeom prst="rect">
            <a:avLst/>
          </a:prstGeom>
          <a:noFill/>
          <a:ln/>
        </p:spPr>
        <p:txBody>
          <a:bodyPr wrap="square" rtlCol="0" anchor="ctr"/>
          <a:lstStyle/>
          <a:p>
            <a:pPr algn="ctr"/>
            <a:r>
              <a:rPr lang="en-US" sz="1100" dirty="0">
                <a:solidFill>
                  <a:schemeClr val="bg1"/>
                </a:solidFill>
                <a:latin typeface="Lato" panose="020F0502020204030203" pitchFamily="34" charset="0"/>
                <a:ea typeface="Calibri" pitchFamily="34" charset="-122"/>
                <a:cs typeface="Arial" panose="020B0604020202020204" pitchFamily="34" charset="0"/>
              </a:rPr>
              <a:t>Analysis of year house price trends across cities in India, highlight growth patterns and market changes.</a:t>
            </a:r>
            <a:endParaRPr lang="en-US" sz="1100" dirty="0">
              <a:solidFill>
                <a:schemeClr val="bg1"/>
              </a:solidFill>
              <a:latin typeface="Lato" panose="020F0502020204030203" pitchFamily="34" charset="0"/>
              <a:cs typeface="Arial" panose="020B0604020202020204" pitchFamily="34" charset="0"/>
            </a:endParaRPr>
          </a:p>
          <a:p>
            <a:pPr marL="0" indent="0" algn="ctr">
              <a:buNone/>
            </a:pPr>
            <a:endParaRPr lang="en-US" sz="1050" dirty="0"/>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1463040"/>
            <a:ext cx="2788920" cy="3200400"/>
          </a:xfrm>
          <a:prstGeom prst="rect">
            <a:avLst/>
          </a:prstGeom>
          <a:solidFill>
            <a:srgbClr val="1565C0"/>
          </a:solidFill>
          <a:ln/>
          <a:effectLst>
            <a:outerShdw blurRad="101600" dist="38100" dir="8100000" algn="bl" rotWithShape="0">
              <a:srgbClr val="000000">
                <a:alpha val="15000"/>
              </a:srgbClr>
            </a:outerShdw>
          </a:effectLst>
        </p:spPr>
      </p:sp>
      <p:sp>
        <p:nvSpPr>
          <p:cNvPr id="20" name="Text 18"/>
          <p:cNvSpPr/>
          <p:nvPr/>
        </p:nvSpPr>
        <p:spPr>
          <a:xfrm>
            <a:off x="6121908" y="1538477"/>
            <a:ext cx="27889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 3</a:t>
            </a:r>
          </a:p>
          <a:p>
            <a:pPr marL="0" indent="0" algn="ctr">
              <a:buNone/>
            </a:pPr>
            <a:r>
              <a:rPr lang="en-US" sz="1600" b="1" dirty="0" err="1">
                <a:solidFill>
                  <a:srgbClr val="FFFFFF"/>
                </a:solidFill>
                <a:latin typeface="Calibri" pitchFamily="34" charset="0"/>
                <a:ea typeface="Calibri" pitchFamily="34" charset="-122"/>
                <a:cs typeface="Calibri" pitchFamily="34" charset="-120"/>
              </a:rPr>
              <a:t>Preduictive</a:t>
            </a:r>
            <a:r>
              <a:rPr lang="en-US" sz="1600" b="1" dirty="0">
                <a:solidFill>
                  <a:srgbClr val="FFFFFF"/>
                </a:solidFill>
                <a:latin typeface="Calibri" pitchFamily="34" charset="0"/>
                <a:ea typeface="Calibri" pitchFamily="34" charset="-122"/>
                <a:cs typeface="Calibri" pitchFamily="34" charset="-120"/>
              </a:rPr>
              <a:t> Analysis</a:t>
            </a:r>
            <a:endParaRPr lang="en-US" sz="1600" dirty="0"/>
          </a:p>
        </p:txBody>
      </p:sp>
      <p:sp>
        <p:nvSpPr>
          <p:cNvPr id="21" name="Text 19"/>
          <p:cNvSpPr/>
          <p:nvPr/>
        </p:nvSpPr>
        <p:spPr>
          <a:xfrm>
            <a:off x="6295644" y="3264408"/>
            <a:ext cx="2514600" cy="1371600"/>
          </a:xfrm>
          <a:prstGeom prst="rect">
            <a:avLst/>
          </a:prstGeom>
          <a:noFill/>
          <a:ln/>
        </p:spPr>
        <p:txBody>
          <a:bodyPr wrap="square" rtlCol="0" anchor="ctr"/>
          <a:lstStyle/>
          <a:p>
            <a:pPr algn="ctr"/>
            <a:r>
              <a:rPr lang="en-US" sz="1100" dirty="0">
                <a:solidFill>
                  <a:schemeClr val="bg1"/>
                </a:solidFill>
                <a:latin typeface="Lato" panose="020F0502020204030203" pitchFamily="34" charset="0"/>
                <a:ea typeface="Calibri" pitchFamily="34" charset="-122"/>
                <a:cs typeface="Arial" panose="020B0604020202020204" pitchFamily="34" charset="0"/>
              </a:rPr>
              <a:t>AI Chatbot Response to the answer to the Question and Activated and correct &amp; Accurate answer provide.</a:t>
            </a:r>
            <a:endParaRPr lang="en-US" sz="1100" dirty="0">
              <a:solidFill>
                <a:schemeClr val="bg1"/>
              </a:solidFill>
              <a:latin typeface="Lato" panose="020F0502020204030203" pitchFamily="34" charset="0"/>
              <a:cs typeface="Arial" panose="020B0604020202020204" pitchFamily="34" charset="0"/>
            </a:endParaRPr>
          </a:p>
          <a:p>
            <a:pPr marL="0" indent="0" algn="ctr">
              <a:buNone/>
            </a:pPr>
            <a:endParaRPr lang="en-US" sz="1050" dirty="0"/>
          </a:p>
        </p:txBody>
      </p:sp>
      <p:pic>
        <p:nvPicPr>
          <p:cNvPr id="22" name="Picture 21" descr="The image shows a Microsoft Excel spreadsheet with a list of property prices in India, including columns for dates, prices, and other details.">
            <a:extLst>
              <a:ext uri="{FF2B5EF4-FFF2-40B4-BE49-F238E27FC236}">
                <a16:creationId xmlns:a16="http://schemas.microsoft.com/office/drawing/2014/main" id="{60294EEE-2B0F-9DD7-36AA-57E2FC66D5DD}"/>
              </a:ext>
            </a:extLst>
          </p:cNvPr>
          <p:cNvPicPr>
            <a:picLocks noChangeAspect="1"/>
          </p:cNvPicPr>
          <p:nvPr/>
        </p:nvPicPr>
        <p:blipFill>
          <a:blip r:embed="rId3"/>
          <a:stretch>
            <a:fillRect/>
          </a:stretch>
        </p:blipFill>
        <p:spPr>
          <a:xfrm>
            <a:off x="269748" y="2058567"/>
            <a:ext cx="2807208" cy="1467516"/>
          </a:xfrm>
          <a:prstGeom prst="rect">
            <a:avLst/>
          </a:prstGeom>
        </p:spPr>
      </p:pic>
      <p:pic>
        <p:nvPicPr>
          <p:cNvPr id="23" name="Picture 22" descr="The image is a dashboard in Microsoft Power BI displaying a house price analysis, with various charts and filters for data visualization.">
            <a:extLst>
              <a:ext uri="{FF2B5EF4-FFF2-40B4-BE49-F238E27FC236}">
                <a16:creationId xmlns:a16="http://schemas.microsoft.com/office/drawing/2014/main" id="{998B42BA-575A-B8E4-5363-D650E3B666F8}"/>
              </a:ext>
            </a:extLst>
          </p:cNvPr>
          <p:cNvPicPr>
            <a:picLocks noChangeAspect="1"/>
          </p:cNvPicPr>
          <p:nvPr/>
        </p:nvPicPr>
        <p:blipFill>
          <a:blip r:embed="rId4"/>
          <a:stretch>
            <a:fillRect/>
          </a:stretch>
        </p:blipFill>
        <p:spPr>
          <a:xfrm>
            <a:off x="3227832" y="2048256"/>
            <a:ext cx="2784348" cy="1467517"/>
          </a:xfrm>
          <a:prstGeom prst="rect">
            <a:avLst/>
          </a:prstGeom>
        </p:spPr>
      </p:pic>
      <p:pic>
        <p:nvPicPr>
          <p:cNvPr id="24" name="Picture 23" descr="The image displays a Microsoft Copilot Studio interface, featuring an agent provisioned for testing, with sections for evaluating the effect of living area on property price in India.">
            <a:extLst>
              <a:ext uri="{FF2B5EF4-FFF2-40B4-BE49-F238E27FC236}">
                <a16:creationId xmlns:a16="http://schemas.microsoft.com/office/drawing/2014/main" id="{D1BAA035-5207-5A82-63EE-A63C160A6016}"/>
              </a:ext>
            </a:extLst>
          </p:cNvPr>
          <p:cNvPicPr>
            <a:picLocks noChangeAspect="1"/>
          </p:cNvPicPr>
          <p:nvPr/>
        </p:nvPicPr>
        <p:blipFill>
          <a:blip r:embed="rId5"/>
          <a:stretch>
            <a:fillRect/>
          </a:stretch>
        </p:blipFill>
        <p:spPr>
          <a:xfrm>
            <a:off x="6163056" y="2016252"/>
            <a:ext cx="2798064" cy="14675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1+#ppt_w/2"/>
                                          </p:val>
                                        </p:tav>
                                        <p:tav tm="100000">
                                          <p:val>
                                            <p:strVal val="#ppt_x"/>
                                          </p:val>
                                        </p:tav>
                                      </p:tavLst>
                                    </p:anim>
                                    <p:anim calcmode="lin" valueType="num">
                                      <p:cBhvr additive="base">
                                        <p:cTn id="3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0-#ppt_w/2"/>
                                          </p:val>
                                        </p:tav>
                                        <p:tav tm="100000">
                                          <p:val>
                                            <p:strVal val="#ppt_x"/>
                                          </p:val>
                                        </p:tav>
                                      </p:tavLst>
                                    </p:anim>
                                    <p:anim calcmode="lin" valueType="num">
                                      <p:cBhvr additive="base">
                                        <p:cTn id="4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1"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ppt_x"/>
                                          </p:val>
                                        </p:tav>
                                        <p:tav tm="100000">
                                          <p:val>
                                            <p:strVal val="#ppt_x"/>
                                          </p:val>
                                        </p:tav>
                                      </p:tavLst>
                                    </p:anim>
                                    <p:anim calcmode="lin" valueType="num">
                                      <p:cBhvr additive="base">
                                        <p:cTn id="56"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500" fill="hold"/>
                                        <p:tgtEl>
                                          <p:spTgt spid="11"/>
                                        </p:tgtEl>
                                        <p:attrNameLst>
                                          <p:attrName>ppt_x</p:attrName>
                                        </p:attrNameLst>
                                      </p:cBhvr>
                                      <p:tavLst>
                                        <p:tav tm="0">
                                          <p:val>
                                            <p:strVal val="0-#ppt_w/2"/>
                                          </p:val>
                                        </p:tav>
                                        <p:tav tm="100000">
                                          <p:val>
                                            <p:strVal val="#ppt_x"/>
                                          </p:val>
                                        </p:tav>
                                      </p:tavLst>
                                    </p:anim>
                                    <p:anim calcmode="lin" valueType="num">
                                      <p:cBhvr additive="base">
                                        <p:cTn id="6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ppt_x"/>
                                          </p:val>
                                        </p:tav>
                                        <p:tav tm="100000">
                                          <p:val>
                                            <p:strVal val="#ppt_x"/>
                                          </p:val>
                                        </p:tav>
                                      </p:tavLst>
                                    </p:anim>
                                    <p:anim calcmode="lin" valueType="num">
                                      <p:cBhvr additive="base">
                                        <p:cTn id="7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1+#ppt_w/2"/>
                                          </p:val>
                                        </p:tav>
                                        <p:tav tm="100000">
                                          <p:val>
                                            <p:strVal val="#ppt_x"/>
                                          </p:val>
                                        </p:tav>
                                      </p:tavLst>
                                    </p:anim>
                                    <p:anim calcmode="lin" valueType="num">
                                      <p:cBhvr additive="base">
                                        <p:cTn id="80"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5" grpId="0" animBg="1"/>
      <p:bldP spid="16"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7" name="Shape 5"/>
          <p:cNvSpPr/>
          <p:nvPr/>
        </p:nvSpPr>
        <p:spPr>
          <a:xfrm>
            <a:off x="365760" y="685800"/>
            <a:ext cx="8412480" cy="384048"/>
          </a:xfrm>
          <a:prstGeom prst="rect">
            <a:avLst/>
          </a:prstGeom>
          <a:solidFill>
            <a:srgbClr val="E0E0E0"/>
          </a:solidFill>
          <a:ln/>
        </p:spPr>
      </p:sp>
      <p:sp>
        <p:nvSpPr>
          <p:cNvPr id="8" name="Shape 6"/>
          <p:cNvSpPr/>
          <p:nvPr/>
        </p:nvSpPr>
        <p:spPr>
          <a:xfrm>
            <a:off x="502920" y="777240"/>
            <a:ext cx="164592" cy="164592"/>
          </a:xfrm>
          <a:prstGeom prst="ellipse">
            <a:avLst/>
          </a:prstGeom>
          <a:solidFill>
            <a:srgbClr val="FF5F57"/>
          </a:solidFill>
          <a:ln/>
        </p:spPr>
      </p:sp>
      <p:sp>
        <p:nvSpPr>
          <p:cNvPr id="9" name="Shape 7"/>
          <p:cNvSpPr/>
          <p:nvPr/>
        </p:nvSpPr>
        <p:spPr>
          <a:xfrm>
            <a:off x="731520" y="777240"/>
            <a:ext cx="164592" cy="164592"/>
          </a:xfrm>
          <a:prstGeom prst="ellipse">
            <a:avLst/>
          </a:prstGeom>
          <a:solidFill>
            <a:srgbClr val="FEBC2E"/>
          </a:solidFill>
          <a:ln/>
        </p:spPr>
      </p:sp>
      <p:sp>
        <p:nvSpPr>
          <p:cNvPr id="10" name="Shape 8"/>
          <p:cNvSpPr/>
          <p:nvPr/>
        </p:nvSpPr>
        <p:spPr>
          <a:xfrm>
            <a:off x="960120" y="777240"/>
            <a:ext cx="164592" cy="164592"/>
          </a:xfrm>
          <a:prstGeom prst="ellipse">
            <a:avLst/>
          </a:prstGeom>
          <a:solidFill>
            <a:srgbClr val="28C840"/>
          </a:solidFill>
          <a:ln/>
        </p:spPr>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2" name="Text 10"/>
          <p:cNvSpPr/>
          <p:nvPr/>
        </p:nvSpPr>
        <p:spPr>
          <a:xfrm>
            <a:off x="1389888" y="768096"/>
            <a:ext cx="4992624" cy="219456"/>
          </a:xfrm>
          <a:prstGeom prst="rect">
            <a:avLst/>
          </a:prstGeom>
          <a:noFill/>
          <a:ln/>
        </p:spPr>
        <p:txBody>
          <a:bodyPr wrap="square" rtlCol="0" anchor="ctr"/>
          <a:lstStyle/>
          <a:p>
            <a:r>
              <a:rPr lang="en-US" sz="900" dirty="0">
                <a:hlinkClick r:id="rId3" action="ppaction://hlinkfile"/>
              </a:rPr>
              <a:t>https://drive.google.com/file/d/1tiojM7cyLypBNvYQLVkHGdxatapQl7Vn/view?usp=drive_link</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841762" y="4055606"/>
            <a:ext cx="7315200" cy="594360"/>
          </a:xfrm>
          <a:prstGeom prst="rect">
            <a:avLst/>
          </a:prstGeom>
          <a:noFill/>
          <a:ln/>
        </p:spPr>
        <p:txBody>
          <a:bodyPr wrap="square" rtlCol="0" anchor="ctr"/>
          <a:lstStyle/>
          <a:p>
            <a:pPr algn="ctr"/>
            <a:r>
              <a:rPr lang="en-US" sz="1100" b="1" i="1" dirty="0">
                <a:solidFill>
                  <a:srgbClr val="607D8B"/>
                </a:solidFill>
                <a:latin typeface="Calibri" pitchFamily="34" charset="0"/>
                <a:ea typeface="Calibri" pitchFamily="34" charset="-122"/>
                <a:cs typeface="Calibri" pitchFamily="34" charset="-120"/>
              </a:rPr>
              <a:t>This dashboard Present a comprehensive analysis of House prices in India using data visualization techniques.it includes key insights such as price variation based on number of bedrooms ,house grade ,and living area. The dashboard also shows trends based on built year ,distance from airport ,and  floor distribution. Interactive filters like date selection help in better understanding and analysis of real estate data. </a:t>
            </a:r>
          </a:p>
          <a:p>
            <a:pPr marL="0" indent="0" algn="ctr">
              <a:buNone/>
            </a:pPr>
            <a:endParaRPr lang="en-US" sz="1100" dirty="0"/>
          </a:p>
        </p:txBody>
      </p:sp>
      <p:pic>
        <p:nvPicPr>
          <p:cNvPr id="16" name="Picture 15" descr="The image is a dashboard in Microsoft Power BI displaying a house price analysis, with various charts and filters for data visualization.">
            <a:extLst>
              <a:ext uri="{FF2B5EF4-FFF2-40B4-BE49-F238E27FC236}">
                <a16:creationId xmlns:a16="http://schemas.microsoft.com/office/drawing/2014/main" id="{BDEE5174-68F5-3165-18D0-647060B689A9}"/>
              </a:ext>
            </a:extLst>
          </p:cNvPr>
          <p:cNvPicPr>
            <a:picLocks noChangeAspect="1"/>
          </p:cNvPicPr>
          <p:nvPr/>
        </p:nvPicPr>
        <p:blipFill>
          <a:blip r:embed="rId4"/>
          <a:stretch>
            <a:fillRect/>
          </a:stretch>
        </p:blipFill>
        <p:spPr>
          <a:xfrm>
            <a:off x="365760" y="1227221"/>
            <a:ext cx="8412480" cy="26710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Conclusion</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r>
              <a:rPr lang="en-US" sz="1400" dirty="0">
                <a:solidFill>
                  <a:srgbClr val="1A1A2E"/>
                </a:solidFill>
                <a:latin typeface="Lato" panose="020F0502020204030203" pitchFamily="34" charset="0"/>
                <a:ea typeface="Calibri" pitchFamily="34" charset="-122"/>
                <a:cs typeface="Arial" panose="020B0604020202020204" pitchFamily="34" charset="0"/>
              </a:rPr>
              <a:t>The Project successfully integrates multiple tools to provide actionable insights into house price trends in India. </a:t>
            </a:r>
          </a:p>
          <a:p>
            <a:r>
              <a:rPr lang="en-US" sz="1400" dirty="0">
                <a:solidFill>
                  <a:srgbClr val="1A1A2E"/>
                </a:solidFill>
                <a:latin typeface="Lato" panose="020F0502020204030203" pitchFamily="34" charset="0"/>
                <a:ea typeface="Calibri" pitchFamily="34" charset="-122"/>
                <a:cs typeface="Arial" panose="020B0604020202020204" pitchFamily="34" charset="0"/>
              </a:rPr>
              <a:t>Objectives of affordability analysis and predictive modeling were achieved . This adds value to policymakers , investors , and buyers. Adds value by combining multiple tools into one integrated solution.</a:t>
            </a:r>
            <a:endParaRPr lang="en-US" sz="1400" dirty="0">
              <a:latin typeface="Lato" panose="020F0502020204030203" pitchFamily="34" charset="0"/>
              <a:cs typeface="Arial" panose="020B0604020202020204" pitchFamily="34" charset="0"/>
            </a:endParaRPr>
          </a:p>
          <a:p>
            <a:pPr marL="0" indent="0">
              <a:buNone/>
            </a:pPr>
            <a:endParaRPr lang="en-US" sz="1300" dirty="0"/>
          </a:p>
        </p:txBody>
      </p:sp>
      <p:sp>
        <p:nvSpPr>
          <p:cNvPr id="15" name="Shape 13"/>
          <p:cNvSpPr/>
          <p:nvPr/>
        </p:nvSpPr>
        <p:spPr>
          <a:xfrm>
            <a:off x="4800600" y="850392"/>
            <a:ext cx="3931920" cy="3931920"/>
          </a:xfrm>
          <a:prstGeom prst="rect">
            <a:avLst/>
          </a:prstGeom>
          <a:solidFill>
            <a:srgbClr val="F7F9FC"/>
          </a:solidFill>
          <a:ln w="12700">
            <a:solidFill>
              <a:srgbClr val="ECEFF1"/>
            </a:solidFill>
            <a:prstDash val="solid"/>
          </a:ln>
        </p:spPr>
        <p:txBody>
          <a:bodyPr/>
          <a:lstStyle/>
          <a:p>
            <a:endParaRPr lang="en-IN" dirty="0"/>
          </a:p>
        </p:txBody>
      </p:sp>
      <p:sp>
        <p:nvSpPr>
          <p:cNvPr id="16" name="Shape 14"/>
          <p:cNvSpPr/>
          <p:nvPr/>
        </p:nvSpPr>
        <p:spPr>
          <a:xfrm>
            <a:off x="5394960" y="1005840"/>
            <a:ext cx="2834640" cy="2834640"/>
          </a:xfrm>
          <a:prstGeom prst="ellipse">
            <a:avLst/>
          </a:prstGeom>
          <a:solidFill>
            <a:srgbClr val="1B3A8A"/>
          </a:solidFill>
          <a:ln/>
        </p:spPr>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dirty="0">
                <a:solidFill>
                  <a:srgbClr val="000000"/>
                </a:solidFill>
              </a:rPr>
              <a:t>✅</a:t>
            </a:r>
            <a:endParaRPr lang="en-US" sz="6000" dirty="0"/>
          </a:p>
        </p:txBody>
      </p:sp>
      <p:sp>
        <p:nvSpPr>
          <p:cNvPr id="18" name="Shape 16"/>
          <p:cNvSpPr/>
          <p:nvPr/>
        </p:nvSpPr>
        <p:spPr>
          <a:xfrm>
            <a:off x="5303520" y="3474720"/>
            <a:ext cx="3017520" cy="502920"/>
          </a:xfrm>
          <a:prstGeom prst="rect">
            <a:avLst/>
          </a:prstGeom>
          <a:solidFill>
            <a:srgbClr val="1565C0"/>
          </a:solidFill>
          <a:ln/>
        </p:spPr>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Calibri" pitchFamily="34" charset="0"/>
                <a:ea typeface="Calibri" pitchFamily="34" charset="-122"/>
                <a:cs typeface="Calibri" pitchFamily="34" charset="-120"/>
              </a:rPr>
              <a:t>CONCLUSION</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0-#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P spid="17"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Future Scope</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pPr marL="285750" indent="-285750">
              <a:buFontTx/>
              <a:buChar char="-"/>
            </a:pPr>
            <a:r>
              <a:rPr lang="en-US" sz="1400" dirty="0">
                <a:solidFill>
                  <a:srgbClr val="1A1A2E"/>
                </a:solidFill>
                <a:latin typeface="Lato" panose="020F0502020204030203" pitchFamily="34" charset="0"/>
                <a:ea typeface="Calibri" pitchFamily="34" charset="-122"/>
                <a:cs typeface="Arial" panose="020B0604020202020204" pitchFamily="34" charset="0"/>
              </a:rPr>
              <a:t>Expand datasets to include rental markets.</a:t>
            </a:r>
          </a:p>
          <a:p>
            <a:pPr marL="285750" indent="-285750">
              <a:buFontTx/>
              <a:buChar char="-"/>
            </a:pPr>
            <a:endParaRPr lang="en-US" sz="1400" dirty="0">
              <a:solidFill>
                <a:srgbClr val="1A1A2E"/>
              </a:solidFill>
              <a:latin typeface="Lato" panose="020F0502020204030203" pitchFamily="34" charset="0"/>
              <a:ea typeface="Calibri" pitchFamily="34" charset="-122"/>
              <a:cs typeface="Arial" panose="020B0604020202020204" pitchFamily="34" charset="0"/>
            </a:endParaRPr>
          </a:p>
          <a:p>
            <a:pPr marL="285750" indent="-285750">
              <a:buFontTx/>
              <a:buChar char="-"/>
            </a:pPr>
            <a:r>
              <a:rPr lang="en-US" sz="1400" dirty="0">
                <a:solidFill>
                  <a:srgbClr val="1A1A2E"/>
                </a:solidFill>
                <a:latin typeface="Lato" panose="020F0502020204030203" pitchFamily="34" charset="0"/>
                <a:ea typeface="Calibri" pitchFamily="34" charset="-122"/>
                <a:cs typeface="Arial" panose="020B0604020202020204" pitchFamily="34" charset="0"/>
              </a:rPr>
              <a:t>Integrate real – time APIs for dynamic updates.</a:t>
            </a:r>
          </a:p>
          <a:p>
            <a:pPr marL="285750" indent="-285750">
              <a:buFontTx/>
              <a:buChar char="-"/>
            </a:pPr>
            <a:endParaRPr lang="en-US" sz="1400" dirty="0">
              <a:solidFill>
                <a:srgbClr val="1A1A2E"/>
              </a:solidFill>
              <a:latin typeface="Lato" panose="020F0502020204030203" pitchFamily="34" charset="0"/>
              <a:ea typeface="Calibri" pitchFamily="34" charset="-122"/>
              <a:cs typeface="Arial" panose="020B0604020202020204" pitchFamily="34" charset="0"/>
            </a:endParaRPr>
          </a:p>
          <a:p>
            <a:pPr marL="285750" indent="-285750">
              <a:buFontTx/>
              <a:buChar char="-"/>
            </a:pPr>
            <a:r>
              <a:rPr lang="en-US" sz="1400" dirty="0">
                <a:solidFill>
                  <a:srgbClr val="1A1A2E"/>
                </a:solidFill>
                <a:latin typeface="Lato" panose="020F0502020204030203" pitchFamily="34" charset="0"/>
                <a:ea typeface="Calibri" pitchFamily="34" charset="-122"/>
                <a:cs typeface="Arial" panose="020B0604020202020204" pitchFamily="34" charset="0"/>
              </a:rPr>
              <a:t>Enhance predictive models with machine learning.</a:t>
            </a:r>
          </a:p>
          <a:p>
            <a:pPr marL="285750" indent="-285750">
              <a:buFontTx/>
              <a:buChar char="-"/>
            </a:pPr>
            <a:endParaRPr lang="en-US" sz="1400" dirty="0">
              <a:solidFill>
                <a:srgbClr val="1A1A2E"/>
              </a:solidFill>
              <a:latin typeface="Lato" panose="020F0502020204030203" pitchFamily="34" charset="0"/>
              <a:ea typeface="Calibri" pitchFamily="34" charset="-122"/>
              <a:cs typeface="Arial" panose="020B0604020202020204" pitchFamily="34" charset="0"/>
            </a:endParaRPr>
          </a:p>
          <a:p>
            <a:pPr marL="285750" indent="-285750">
              <a:buFontTx/>
              <a:buChar char="-"/>
            </a:pPr>
            <a:r>
              <a:rPr lang="en-US" sz="1400" dirty="0">
                <a:solidFill>
                  <a:srgbClr val="1A1A2E"/>
                </a:solidFill>
                <a:latin typeface="Lato" panose="020F0502020204030203" pitchFamily="34" charset="0"/>
                <a:ea typeface="Calibri" pitchFamily="34" charset="-122"/>
                <a:cs typeface="Arial" panose="020B0604020202020204" pitchFamily="34" charset="0"/>
              </a:rPr>
              <a:t>Scale dashboards for broader geographic coverage.</a:t>
            </a: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Text 14"/>
          <p:cNvSpPr/>
          <p:nvPr/>
        </p:nvSpPr>
        <p:spPr>
          <a:xfrm>
            <a:off x="4846320" y="914400"/>
            <a:ext cx="3931920" cy="2926080"/>
          </a:xfrm>
          <a:prstGeom prst="rect">
            <a:avLst/>
          </a:prstGeom>
          <a:noFill/>
          <a:ln/>
        </p:spPr>
        <p:txBody>
          <a:bodyPr wrap="square" rtlCol="0" anchor="ctr"/>
          <a:lstStyle/>
          <a:p>
            <a:pPr marL="0" indent="0" algn="ctr">
              <a:buNone/>
            </a:pPr>
            <a:r>
              <a:rPr lang="en-US" sz="10000" dirty="0">
                <a:solidFill>
                  <a:srgbClr val="000000"/>
                </a:solidFill>
              </a:rPr>
              <a:t>🧠</a:t>
            </a:r>
            <a:endParaRPr lang="en-US" sz="10000" dirty="0"/>
          </a:p>
        </p:txBody>
      </p:sp>
      <p:sp>
        <p:nvSpPr>
          <p:cNvPr id="17" name="Text 15"/>
          <p:cNvSpPr/>
          <p:nvPr/>
        </p:nvSpPr>
        <p:spPr>
          <a:xfrm>
            <a:off x="4846320" y="3703320"/>
            <a:ext cx="3931920" cy="320040"/>
          </a:xfrm>
          <a:prstGeom prst="rect">
            <a:avLst/>
          </a:prstGeom>
          <a:noFill/>
          <a:ln/>
        </p:spPr>
        <p:txBody>
          <a:bodyPr wrap="square" rtlCol="0" anchor="ctr"/>
          <a:lstStyle/>
          <a:p>
            <a:pPr marL="0" indent="0" algn="ctr">
              <a:buNone/>
            </a:pPr>
            <a:r>
              <a:rPr lang="en-US" sz="1000" i="1">
                <a:solidFill>
                  <a:srgbClr val="607D8B"/>
                </a:solidFill>
                <a:latin typeface="Calibri" pitchFamily="34" charset="0"/>
                <a:ea typeface="Calibri" pitchFamily="34" charset="-122"/>
                <a:cs typeface="Calibri" pitchFamily="34" charset="-120"/>
              </a:rPr>
              <a:t>[Future ideas &amp; roadmap]</a:t>
            </a:r>
            <a:endParaRPr lang="en-US"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dirty="0">
                <a:solidFill>
                  <a:srgbClr val="1B3A8A"/>
                </a:solidFill>
                <a:latin typeface="Calibri" pitchFamily="34" charset="0"/>
                <a:ea typeface="Calibri" pitchFamily="34" charset="-122"/>
                <a:cs typeface="Calibri" pitchFamily="34" charset="-120"/>
              </a:rPr>
              <a:t>Thank You</a:t>
            </a:r>
            <a:endParaRPr lang="en-US" sz="7200" dirty="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solidFill>
                  <a:srgbClr val="1565C0"/>
                </a:solidFill>
                <a:latin typeface="Calibri" pitchFamily="34" charset="0"/>
                <a:ea typeface="Calibri" pitchFamily="34" charset="-122"/>
                <a:cs typeface="Calibri" pitchFamily="34" charset="-120"/>
              </a:rPr>
              <a:t>AICW Fellowship  |  Student Project Presentation 2026</a:t>
            </a:r>
            <a:endParaRPr lang="en-US" sz="1400" dirty="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solidFill>
                  <a:srgbClr val="607D8B"/>
                </a:solidFill>
                <a:latin typeface="Calibri"/>
                <a:ea typeface="Calibri"/>
                <a:cs typeface="Calibri"/>
              </a:rPr>
              <a:t>  LinkedIn  |   </a:t>
            </a:r>
            <a:r>
              <a:rPr lang="en-US" sz="1100" dirty="0" err="1">
                <a:solidFill>
                  <a:srgbClr val="607D8B"/>
                </a:solidFill>
                <a:latin typeface="Calibri"/>
                <a:ea typeface="Calibri"/>
                <a:cs typeface="Calibri"/>
              </a:rPr>
              <a:t>Edunet</a:t>
            </a:r>
            <a:r>
              <a:rPr lang="en-US" sz="1100" dirty="0">
                <a:solidFill>
                  <a:srgbClr val="607D8B"/>
                </a:solidFill>
                <a:latin typeface="Calibri"/>
                <a:ea typeface="Calibri"/>
                <a:cs typeface="Calibri"/>
              </a:rPr>
              <a:t> Foundation</a:t>
            </a:r>
            <a:endParaRPr lang="en-US" sz="1100" dirty="0"/>
          </a:p>
        </p:txBody>
      </p:sp>
      <p:sp>
        <p:nvSpPr>
          <p:cNvPr id="7" name="Shape 5"/>
          <p:cNvSpPr/>
          <p:nvPr/>
        </p:nvSpPr>
        <p:spPr>
          <a:xfrm>
            <a:off x="0" y="4983480"/>
            <a:ext cx="9144000" cy="160020"/>
          </a:xfrm>
          <a:prstGeom prst="rect">
            <a:avLst/>
          </a:prstGeom>
          <a:solidFill>
            <a:srgbClr val="1B3A8A"/>
          </a:solid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683</Words>
  <Application>Microsoft Office PowerPoint</Application>
  <PresentationFormat>On-screen Show (16:9)</PresentationFormat>
  <Paragraphs>130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Vaidehiba Barad</cp:lastModifiedBy>
  <cp:revision>1</cp:revision>
  <dcterms:created xsi:type="dcterms:W3CDTF">2026-02-18T09:17:23Z</dcterms:created>
  <dcterms:modified xsi:type="dcterms:W3CDTF">2026-04-08T13:00:16Z</dcterms:modified>
</cp:coreProperties>
</file>