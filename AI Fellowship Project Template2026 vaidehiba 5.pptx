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2.xml" ContentType="application/vnd.openxmlformats-officedocument.theme+xml"/>
  <Override PartName="/ppt/tags/tag5.xml" ContentType="application/vnd.openxmlformats-officedocument.presentationml.tags+xml"/>
  <Override PartName="/ppt/notesSlides/notesSlide1.xml" ContentType="application/vnd.openxmlformats-officedocument.presentationml.notesSlide+xml"/>
  <Override PartName="/ppt/tags/tag6.xml" ContentType="application/vnd.openxmlformats-officedocument.presentationml.tags+xml"/>
  <Override PartName="/ppt/notesSlides/notesSlide2.xml" ContentType="application/vnd.openxmlformats-officedocument.presentationml.notesSlide+xml"/>
  <Override PartName="/ppt/tags/tag7.xml" ContentType="application/vnd.openxmlformats-officedocument.presentationml.tags+xml"/>
  <Override PartName="/ppt/notesSlides/notesSlide3.xml" ContentType="application/vnd.openxmlformats-officedocument.presentationml.notesSlide+xml"/>
  <Override PartName="/ppt/tags/tag8.xml" ContentType="application/vnd.openxmlformats-officedocument.presentationml.tags+xml"/>
  <Override PartName="/ppt/notesSlides/notesSlide4.xml" ContentType="application/vnd.openxmlformats-officedocument.presentationml.notesSlide+xml"/>
  <Override PartName="/ppt/tags/tag9.xml" ContentType="application/vnd.openxmlformats-officedocument.presentationml.tags+xml"/>
  <Override PartName="/ppt/notesSlides/notesSlide5.xml" ContentType="application/vnd.openxmlformats-officedocument.presentationml.notesSlide+xml"/>
  <Override PartName="/ppt/tags/tag10.xml" ContentType="application/vnd.openxmlformats-officedocument.presentationml.tags+xml"/>
  <Override PartName="/ppt/notesSlides/notesSlide6.xml" ContentType="application/vnd.openxmlformats-officedocument.presentationml.notesSlide+xml"/>
  <Override PartName="/ppt/tags/tag11.xml" ContentType="application/vnd.openxmlformats-officedocument.presentationml.tags+xml"/>
  <Override PartName="/ppt/notesSlides/notesSlide7.xml" ContentType="application/vnd.openxmlformats-officedocument.presentationml.notesSlide+xml"/>
  <Override PartName="/ppt/tags/tag12.xml" ContentType="application/vnd.openxmlformats-officedocument.presentationml.tags+xml"/>
  <Override PartName="/ppt/notesSlides/notesSlide8.xml" ContentType="application/vnd.openxmlformats-officedocument.presentationml.notesSlide+xml"/>
  <Override PartName="/ppt/tags/tag13.xml" ContentType="application/vnd.openxmlformats-officedocument.presentationml.tags+xml"/>
  <Override PartName="/ppt/notesSlides/notesSlide9.xml" ContentType="application/vnd.openxmlformats-officedocument.presentationml.notesSlide+xml"/>
  <Override PartName="/ppt/tags/tag14.xml" ContentType="application/vnd.openxmlformats-officedocument.presentationml.tags+xml"/>
  <Override PartName="/ppt/notesSlides/notesSlide10.xml" ContentType="application/vnd.openxmlformats-officedocument.presentationml.notesSlide+xml"/>
  <Override PartName="/ppt/tags/tag15.xml" ContentType="application/vnd.openxmlformats-officedocument.presentationml.tags+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68" r:id="rId2"/>
    <p:sldId id="257" r:id="rId3"/>
    <p:sldId id="258" r:id="rId4"/>
    <p:sldId id="259" r:id="rId5"/>
    <p:sldId id="260" r:id="rId6"/>
    <p:sldId id="261" r:id="rId7"/>
    <p:sldId id="262" r:id="rId8"/>
    <p:sldId id="263" r:id="rId9"/>
    <p:sldId id="264" r:id="rId10"/>
    <p:sldId id="265" r:id="rId11"/>
    <p:sldId id="266" r:id="rId12"/>
  </p:sldIdLst>
  <p:sldSz cx="9144000" cy="5143500" type="screen16x9"/>
  <p:notesSz cx="5143500" cy="9144000"/>
  <p:custDataLst>
    <p:tags r:id="rId14"/>
  </p:custData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12" userDrawn="1">
          <p15:clr>
            <a:srgbClr val="A4A3A4"/>
          </p15:clr>
        </p15:guide>
        <p15:guide id="2" orient="horz" pos="852" userDrawn="1">
          <p15:clr>
            <a:srgbClr val="A4A3A4"/>
          </p15:clr>
        </p15:guide>
        <p15:guide id="3" pos="14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F3ED"/>
    <a:srgbClr val="CEE3FA"/>
    <a:srgbClr val="1565C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EC89B27-A40B-4F6B-B73E-55BAAD84D3D9}" v="1352" dt="2026-04-04T04:00:23.39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168" autoAdjust="0"/>
    <p:restoredTop sz="94610"/>
  </p:normalViewPr>
  <p:slideViewPr>
    <p:cSldViewPr snapToGrid="0" snapToObjects="1">
      <p:cViewPr varScale="1">
        <p:scale>
          <a:sx n="99" d="100"/>
          <a:sy n="99" d="100"/>
        </p:scale>
        <p:origin x="234" y="51"/>
      </p:cViewPr>
      <p:guideLst>
        <p:guide orient="horz" pos="612"/>
        <p:guide orient="horz" pos="852"/>
        <p:guide pos="14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gs" Target="tags/tag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aidehiba Barad" userId="9f4a5bd195dedd27" providerId="LiveId" clId="{0FEE92F9-5F88-4E5B-AF1D-22562DEFC8E3}"/>
    <pc:docChg chg="custSel modSld modMainMaster">
      <pc:chgData name="Vaidehiba Barad" userId="9f4a5bd195dedd27" providerId="LiveId" clId="{0FEE92F9-5F88-4E5B-AF1D-22562DEFC8E3}" dt="2026-04-04T04:00:49.949" v="1950" actId="20577"/>
      <pc:docMkLst>
        <pc:docMk/>
      </pc:docMkLst>
      <pc:sldChg chg="modTransition">
        <pc:chgData name="Vaidehiba Barad" userId="9f4a5bd195dedd27" providerId="LiveId" clId="{0FEE92F9-5F88-4E5B-AF1D-22562DEFC8E3}" dt="2026-04-03T12:19:36.003" v="1730"/>
        <pc:sldMkLst>
          <pc:docMk/>
          <pc:sldMk cId="0" sldId="257"/>
        </pc:sldMkLst>
      </pc:sldChg>
      <pc:sldChg chg="modTransition">
        <pc:chgData name="Vaidehiba Barad" userId="9f4a5bd195dedd27" providerId="LiveId" clId="{0FEE92F9-5F88-4E5B-AF1D-22562DEFC8E3}" dt="2026-04-03T12:19:36.003" v="1730"/>
        <pc:sldMkLst>
          <pc:docMk/>
          <pc:sldMk cId="0" sldId="258"/>
        </pc:sldMkLst>
      </pc:sldChg>
      <pc:sldChg chg="modTransition">
        <pc:chgData name="Vaidehiba Barad" userId="9f4a5bd195dedd27" providerId="LiveId" clId="{0FEE92F9-5F88-4E5B-AF1D-22562DEFC8E3}" dt="2026-04-03T12:19:36.003" v="1730"/>
        <pc:sldMkLst>
          <pc:docMk/>
          <pc:sldMk cId="0" sldId="259"/>
        </pc:sldMkLst>
      </pc:sldChg>
      <pc:sldChg chg="modTransition">
        <pc:chgData name="Vaidehiba Barad" userId="9f4a5bd195dedd27" providerId="LiveId" clId="{0FEE92F9-5F88-4E5B-AF1D-22562DEFC8E3}" dt="2026-04-03T12:19:36.003" v="1730"/>
        <pc:sldMkLst>
          <pc:docMk/>
          <pc:sldMk cId="0" sldId="260"/>
        </pc:sldMkLst>
      </pc:sldChg>
      <pc:sldChg chg="modSp modTransition">
        <pc:chgData name="Vaidehiba Barad" userId="9f4a5bd195dedd27" providerId="LiveId" clId="{0FEE92F9-5F88-4E5B-AF1D-22562DEFC8E3}" dt="2026-04-03T12:19:36.003" v="1730"/>
        <pc:sldMkLst>
          <pc:docMk/>
          <pc:sldMk cId="0" sldId="261"/>
        </pc:sldMkLst>
        <pc:spChg chg="mod">
          <ac:chgData name="Vaidehiba Barad" userId="9f4a5bd195dedd27" providerId="LiveId" clId="{0FEE92F9-5F88-4E5B-AF1D-22562DEFC8E3}" dt="2026-03-28T16:41:23.933" v="77" actId="20577"/>
          <ac:spMkLst>
            <pc:docMk/>
            <pc:sldMk cId="0" sldId="261"/>
            <ac:spMk id="9" creationId="{00000000-0000-0000-0000-000000000000}"/>
          </ac:spMkLst>
        </pc:spChg>
        <pc:spChg chg="mod">
          <ac:chgData name="Vaidehiba Barad" userId="9f4a5bd195dedd27" providerId="LiveId" clId="{0FEE92F9-5F88-4E5B-AF1D-22562DEFC8E3}" dt="2026-03-28T16:41:19.026" v="75"/>
          <ac:spMkLst>
            <pc:docMk/>
            <pc:sldMk cId="0" sldId="261"/>
            <ac:spMk id="13" creationId="{00000000-0000-0000-0000-000000000000}"/>
          </ac:spMkLst>
        </pc:spChg>
        <pc:spChg chg="mod">
          <ac:chgData name="Vaidehiba Barad" userId="9f4a5bd195dedd27" providerId="LiveId" clId="{0FEE92F9-5F88-4E5B-AF1D-22562DEFC8E3}" dt="2026-03-28T16:41:41.304" v="122"/>
          <ac:spMkLst>
            <pc:docMk/>
            <pc:sldMk cId="0" sldId="261"/>
            <ac:spMk id="17" creationId="{00000000-0000-0000-0000-000000000000}"/>
          </ac:spMkLst>
        </pc:spChg>
        <pc:spChg chg="mod">
          <ac:chgData name="Vaidehiba Barad" userId="9f4a5bd195dedd27" providerId="LiveId" clId="{0FEE92F9-5F88-4E5B-AF1D-22562DEFC8E3}" dt="2026-03-28T16:42:00.824" v="123"/>
          <ac:spMkLst>
            <pc:docMk/>
            <pc:sldMk cId="0" sldId="261"/>
            <ac:spMk id="21" creationId="{00000000-0000-0000-0000-000000000000}"/>
          </ac:spMkLst>
        </pc:spChg>
      </pc:sldChg>
      <pc:sldChg chg="addSp delSp modSp mod modTransition delAnim modAnim">
        <pc:chgData name="Vaidehiba Barad" userId="9f4a5bd195dedd27" providerId="LiveId" clId="{0FEE92F9-5F88-4E5B-AF1D-22562DEFC8E3}" dt="2026-04-04T03:25:12.535" v="1859" actId="14100"/>
        <pc:sldMkLst>
          <pc:docMk/>
          <pc:sldMk cId="0" sldId="262"/>
        </pc:sldMkLst>
        <pc:spChg chg="mod">
          <ac:chgData name="Vaidehiba Barad" userId="9f4a5bd195dedd27" providerId="LiveId" clId="{0FEE92F9-5F88-4E5B-AF1D-22562DEFC8E3}" dt="2026-03-28T16:44:42.526" v="129" actId="1076"/>
          <ac:spMkLst>
            <pc:docMk/>
            <pc:sldMk cId="0" sldId="262"/>
            <ac:spMk id="9" creationId="{00000000-0000-0000-0000-000000000000}"/>
          </ac:spMkLst>
        </pc:spChg>
        <pc:spChg chg="mod">
          <ac:chgData name="Vaidehiba Barad" userId="9f4a5bd195dedd27" providerId="LiveId" clId="{0FEE92F9-5F88-4E5B-AF1D-22562DEFC8E3}" dt="2026-04-03T07:06:06.058" v="1727" actId="20577"/>
          <ac:spMkLst>
            <pc:docMk/>
            <pc:sldMk cId="0" sldId="262"/>
            <ac:spMk id="10" creationId="{00000000-0000-0000-0000-000000000000}"/>
          </ac:spMkLst>
        </pc:spChg>
        <pc:spChg chg="mod">
          <ac:chgData name="Vaidehiba Barad" userId="9f4a5bd195dedd27" providerId="LiveId" clId="{0FEE92F9-5F88-4E5B-AF1D-22562DEFC8E3}" dt="2026-04-03T03:03:49.739" v="1525" actId="20577"/>
          <ac:spMkLst>
            <pc:docMk/>
            <pc:sldMk cId="0" sldId="262"/>
            <ac:spMk id="11" creationId="{00000000-0000-0000-0000-000000000000}"/>
          </ac:spMkLst>
        </pc:spChg>
        <pc:spChg chg="mod">
          <ac:chgData name="Vaidehiba Barad" userId="9f4a5bd195dedd27" providerId="LiveId" clId="{0FEE92F9-5F88-4E5B-AF1D-22562DEFC8E3}" dt="2026-04-03T03:04:37.026" v="1532" actId="1076"/>
          <ac:spMkLst>
            <pc:docMk/>
            <pc:sldMk cId="0" sldId="262"/>
            <ac:spMk id="15" creationId="{00000000-0000-0000-0000-000000000000}"/>
          </ac:spMkLst>
        </pc:spChg>
        <pc:spChg chg="mod">
          <ac:chgData name="Vaidehiba Barad" userId="9f4a5bd195dedd27" providerId="LiveId" clId="{0FEE92F9-5F88-4E5B-AF1D-22562DEFC8E3}" dt="2026-04-03T02:55:27.396" v="1408"/>
          <ac:spMkLst>
            <pc:docMk/>
            <pc:sldMk cId="0" sldId="262"/>
            <ac:spMk id="16" creationId="{00000000-0000-0000-0000-000000000000}"/>
          </ac:spMkLst>
        </pc:spChg>
        <pc:spChg chg="mod">
          <ac:chgData name="Vaidehiba Barad" userId="9f4a5bd195dedd27" providerId="LiveId" clId="{0FEE92F9-5F88-4E5B-AF1D-22562DEFC8E3}" dt="2026-04-03T03:14:32.737" v="1655" actId="1076"/>
          <ac:spMkLst>
            <pc:docMk/>
            <pc:sldMk cId="0" sldId="262"/>
            <ac:spMk id="19" creationId="{00000000-0000-0000-0000-000000000000}"/>
          </ac:spMkLst>
        </pc:spChg>
        <pc:spChg chg="mod">
          <ac:chgData name="Vaidehiba Barad" userId="9f4a5bd195dedd27" providerId="LiveId" clId="{0FEE92F9-5F88-4E5B-AF1D-22562DEFC8E3}" dt="2026-04-03T03:14:35.986" v="1656" actId="1076"/>
          <ac:spMkLst>
            <pc:docMk/>
            <pc:sldMk cId="0" sldId="262"/>
            <ac:spMk id="20" creationId="{00000000-0000-0000-0000-000000000000}"/>
          </ac:spMkLst>
        </pc:spChg>
        <pc:spChg chg="mod">
          <ac:chgData name="Vaidehiba Barad" userId="9f4a5bd195dedd27" providerId="LiveId" clId="{0FEE92F9-5F88-4E5B-AF1D-22562DEFC8E3}" dt="2026-04-03T03:14:59.245" v="1659" actId="1076"/>
          <ac:spMkLst>
            <pc:docMk/>
            <pc:sldMk cId="0" sldId="262"/>
            <ac:spMk id="21" creationId="{00000000-0000-0000-0000-000000000000}"/>
          </ac:spMkLst>
        </pc:spChg>
        <pc:picChg chg="add del mod">
          <ac:chgData name="Vaidehiba Barad" userId="9f4a5bd195dedd27" providerId="LiveId" clId="{0FEE92F9-5F88-4E5B-AF1D-22562DEFC8E3}" dt="2026-04-04T03:07:40.156" v="1731" actId="478"/>
          <ac:picMkLst>
            <pc:docMk/>
            <pc:sldMk cId="0" sldId="262"/>
            <ac:picMk id="3" creationId="{709B40D6-F146-C63B-6DC2-922031D23695}"/>
          </ac:picMkLst>
        </pc:picChg>
        <pc:picChg chg="add del mod">
          <ac:chgData name="Vaidehiba Barad" userId="9f4a5bd195dedd27" providerId="LiveId" clId="{0FEE92F9-5F88-4E5B-AF1D-22562DEFC8E3}" dt="2026-04-03T03:00:15.676" v="1421" actId="478"/>
          <ac:picMkLst>
            <pc:docMk/>
            <pc:sldMk cId="0" sldId="262"/>
            <ac:picMk id="5" creationId="{2B0A4AE6-762F-4689-D3B9-D851B7534E17}"/>
          </ac:picMkLst>
        </pc:picChg>
        <pc:picChg chg="add mod">
          <ac:chgData name="Vaidehiba Barad" userId="9f4a5bd195dedd27" providerId="LiveId" clId="{0FEE92F9-5F88-4E5B-AF1D-22562DEFC8E3}" dt="2026-04-04T03:08:56.277" v="1742" actId="14100"/>
          <ac:picMkLst>
            <pc:docMk/>
            <pc:sldMk cId="0" sldId="262"/>
            <ac:picMk id="5" creationId="{3086C3A4-3139-8202-68E7-824B939947F4}"/>
          </ac:picMkLst>
        </pc:picChg>
        <pc:picChg chg="add del mod">
          <ac:chgData name="Vaidehiba Barad" userId="9f4a5bd195dedd27" providerId="LiveId" clId="{0FEE92F9-5F88-4E5B-AF1D-22562DEFC8E3}" dt="2026-04-03T02:54:39.581" v="1364" actId="478"/>
          <ac:picMkLst>
            <pc:docMk/>
            <pc:sldMk cId="0" sldId="262"/>
            <ac:picMk id="8" creationId="{0AA354A7-7E62-F478-6CED-5868F018D68C}"/>
          </ac:picMkLst>
        </pc:picChg>
        <pc:picChg chg="add mod">
          <ac:chgData name="Vaidehiba Barad" userId="9f4a5bd195dedd27" providerId="LiveId" clId="{0FEE92F9-5F88-4E5B-AF1D-22562DEFC8E3}" dt="2026-04-04T03:25:12.535" v="1859" actId="14100"/>
          <ac:picMkLst>
            <pc:docMk/>
            <pc:sldMk cId="0" sldId="262"/>
            <ac:picMk id="13" creationId="{F7BD3FD2-7980-9610-CC01-F22A1E2F107C}"/>
          </ac:picMkLst>
        </pc:picChg>
        <pc:picChg chg="add del mod">
          <ac:chgData name="Vaidehiba Barad" userId="9f4a5bd195dedd27" providerId="LiveId" clId="{0FEE92F9-5F88-4E5B-AF1D-22562DEFC8E3}" dt="2026-04-03T03:00:39.369" v="1423" actId="478"/>
          <ac:picMkLst>
            <pc:docMk/>
            <pc:sldMk cId="0" sldId="262"/>
            <ac:picMk id="22" creationId="{85C1EF1C-8512-1702-3451-1C11E813A343}"/>
          </ac:picMkLst>
        </pc:picChg>
        <pc:picChg chg="add del mod">
          <ac:chgData name="Vaidehiba Barad" userId="9f4a5bd195dedd27" providerId="LiveId" clId="{0FEE92F9-5F88-4E5B-AF1D-22562DEFC8E3}" dt="2026-04-03T02:54:41.938" v="1365" actId="478"/>
          <ac:picMkLst>
            <pc:docMk/>
            <pc:sldMk cId="0" sldId="262"/>
            <ac:picMk id="24" creationId="{69099472-4027-641B-5477-D88FAAC62D92}"/>
          </ac:picMkLst>
        </pc:picChg>
        <pc:picChg chg="add del mod">
          <ac:chgData name="Vaidehiba Barad" userId="9f4a5bd195dedd27" providerId="LiveId" clId="{0FEE92F9-5F88-4E5B-AF1D-22562DEFC8E3}" dt="2026-04-04T03:23:53.040" v="1850" actId="478"/>
          <ac:picMkLst>
            <pc:docMk/>
            <pc:sldMk cId="0" sldId="262"/>
            <ac:picMk id="25" creationId="{363F9D56-077B-ADDF-4669-1BB6910A04FD}"/>
          </ac:picMkLst>
        </pc:picChg>
        <pc:picChg chg="add mod">
          <ac:chgData name="Vaidehiba Barad" userId="9f4a5bd195dedd27" providerId="LiveId" clId="{0FEE92F9-5F88-4E5B-AF1D-22562DEFC8E3}" dt="2026-04-03T03:15:40.483" v="1660" actId="14100"/>
          <ac:picMkLst>
            <pc:docMk/>
            <pc:sldMk cId="0" sldId="262"/>
            <ac:picMk id="27" creationId="{9115391B-8229-07E5-54D0-0BF1A44B9A1A}"/>
          </ac:picMkLst>
        </pc:picChg>
      </pc:sldChg>
      <pc:sldChg chg="addSp delSp modSp mod modTransition delAnim modAnim">
        <pc:chgData name="Vaidehiba Barad" userId="9f4a5bd195dedd27" providerId="LiveId" clId="{0FEE92F9-5F88-4E5B-AF1D-22562DEFC8E3}" dt="2026-04-04T04:00:49.949" v="1950" actId="20577"/>
        <pc:sldMkLst>
          <pc:docMk/>
          <pc:sldMk cId="0" sldId="263"/>
        </pc:sldMkLst>
        <pc:spChg chg="mod">
          <ac:chgData name="Vaidehiba Barad" userId="9f4a5bd195dedd27" providerId="LiveId" clId="{0FEE92F9-5F88-4E5B-AF1D-22562DEFC8E3}" dt="2026-04-04T04:00:49.949" v="1950" actId="20577"/>
          <ac:spMkLst>
            <pc:docMk/>
            <pc:sldMk cId="0" sldId="263"/>
            <ac:spMk id="11" creationId="{00000000-0000-0000-0000-000000000000}"/>
          </ac:spMkLst>
        </pc:spChg>
        <pc:spChg chg="mod">
          <ac:chgData name="Vaidehiba Barad" userId="9f4a5bd195dedd27" providerId="LiveId" clId="{0FEE92F9-5F88-4E5B-AF1D-22562DEFC8E3}" dt="2026-04-04T03:09:25.197" v="1840" actId="20577"/>
          <ac:spMkLst>
            <pc:docMk/>
            <pc:sldMk cId="0" sldId="263"/>
            <ac:spMk id="12" creationId="{00000000-0000-0000-0000-000000000000}"/>
          </ac:spMkLst>
        </pc:spChg>
        <pc:spChg chg="mod">
          <ac:chgData name="Vaidehiba Barad" userId="9f4a5bd195dedd27" providerId="LiveId" clId="{0FEE92F9-5F88-4E5B-AF1D-22562DEFC8E3}" dt="2026-04-02T11:43:46.453" v="1361" actId="313"/>
          <ac:spMkLst>
            <pc:docMk/>
            <pc:sldMk cId="0" sldId="263"/>
            <ac:spMk id="15" creationId="{00000000-0000-0000-0000-000000000000}"/>
          </ac:spMkLst>
        </pc:spChg>
        <pc:picChg chg="add mod">
          <ac:chgData name="Vaidehiba Barad" userId="9f4a5bd195dedd27" providerId="LiveId" clId="{0FEE92F9-5F88-4E5B-AF1D-22562DEFC8E3}" dt="2026-04-04T03:11:47.625" v="1849" actId="14100"/>
          <ac:picMkLst>
            <pc:docMk/>
            <pc:sldMk cId="0" sldId="263"/>
            <ac:picMk id="3" creationId="{926D2678-EE40-B6F7-AD67-1872F6B37F35}"/>
          </ac:picMkLst>
        </pc:picChg>
        <pc:picChg chg="add del mod">
          <ac:chgData name="Vaidehiba Barad" userId="9f4a5bd195dedd27" providerId="LiveId" clId="{0FEE92F9-5F88-4E5B-AF1D-22562DEFC8E3}" dt="2026-04-04T03:10:15.693" v="1841" actId="478"/>
          <ac:picMkLst>
            <pc:docMk/>
            <pc:sldMk cId="0" sldId="263"/>
            <ac:picMk id="16" creationId="{A88E61FC-D33E-EBD8-6ADC-5C8FF4AE5F50}"/>
          </ac:picMkLst>
        </pc:picChg>
      </pc:sldChg>
      <pc:sldChg chg="modTransition">
        <pc:chgData name="Vaidehiba Barad" userId="9f4a5bd195dedd27" providerId="LiveId" clId="{0FEE92F9-5F88-4E5B-AF1D-22562DEFC8E3}" dt="2026-04-03T12:19:36.003" v="1730"/>
        <pc:sldMkLst>
          <pc:docMk/>
          <pc:sldMk cId="0" sldId="264"/>
        </pc:sldMkLst>
      </pc:sldChg>
      <pc:sldChg chg="modTransition">
        <pc:chgData name="Vaidehiba Barad" userId="9f4a5bd195dedd27" providerId="LiveId" clId="{0FEE92F9-5F88-4E5B-AF1D-22562DEFC8E3}" dt="2026-04-03T12:19:36.003" v="1730"/>
        <pc:sldMkLst>
          <pc:docMk/>
          <pc:sldMk cId="0" sldId="265"/>
        </pc:sldMkLst>
      </pc:sldChg>
      <pc:sldChg chg="modTransition">
        <pc:chgData name="Vaidehiba Barad" userId="9f4a5bd195dedd27" providerId="LiveId" clId="{0FEE92F9-5F88-4E5B-AF1D-22562DEFC8E3}" dt="2026-04-03T12:19:36.003" v="1730"/>
        <pc:sldMkLst>
          <pc:docMk/>
          <pc:sldMk cId="0" sldId="266"/>
        </pc:sldMkLst>
      </pc:sldChg>
      <pc:sldChg chg="modSp mod modTransition addAnim delAnim">
        <pc:chgData name="Vaidehiba Barad" userId="9f4a5bd195dedd27" providerId="LiveId" clId="{0FEE92F9-5F88-4E5B-AF1D-22562DEFC8E3}" dt="2026-04-03T12:19:36.003" v="1730"/>
        <pc:sldMkLst>
          <pc:docMk/>
          <pc:sldMk cId="121223606" sldId="268"/>
        </pc:sldMkLst>
        <pc:grpChg chg="mod">
          <ac:chgData name="Vaidehiba Barad" userId="9f4a5bd195dedd27" providerId="LiveId" clId="{0FEE92F9-5F88-4E5B-AF1D-22562DEFC8E3}" dt="2026-04-03T07:05:42.970" v="1697" actId="1076"/>
          <ac:grpSpMkLst>
            <pc:docMk/>
            <pc:sldMk cId="121223606" sldId="268"/>
            <ac:grpSpMk id="47" creationId="{1E9CDC51-FF0E-F171-6762-BB19A05B4D8E}"/>
          </ac:grpSpMkLst>
        </pc:grpChg>
      </pc:sldChg>
      <pc:sldMasterChg chg="modTransition modSldLayout">
        <pc:chgData name="Vaidehiba Barad" userId="9f4a5bd195dedd27" providerId="LiveId" clId="{0FEE92F9-5F88-4E5B-AF1D-22562DEFC8E3}" dt="2026-04-03T12:19:36.003" v="1730"/>
        <pc:sldMasterMkLst>
          <pc:docMk/>
          <pc:sldMasterMk cId="0" sldId="2147483648"/>
        </pc:sldMasterMkLst>
        <pc:sldLayoutChg chg="modTransition">
          <pc:chgData name="Vaidehiba Barad" userId="9f4a5bd195dedd27" providerId="LiveId" clId="{0FEE92F9-5F88-4E5B-AF1D-22562DEFC8E3}" dt="2026-04-03T12:19:36.003" v="1730"/>
          <pc:sldLayoutMkLst>
            <pc:docMk/>
            <pc:sldMasterMk cId="0" sldId="2147483648"/>
            <pc:sldLayoutMk cId="0" sldId="2147483649"/>
          </pc:sldLayoutMkLst>
        </pc:sldLayoutChg>
        <pc:sldLayoutChg chg="modTransition">
          <pc:chgData name="Vaidehiba Barad" userId="9f4a5bd195dedd27" providerId="LiveId" clId="{0FEE92F9-5F88-4E5B-AF1D-22562DEFC8E3}" dt="2026-04-03T12:19:36.003" v="1730"/>
          <pc:sldLayoutMkLst>
            <pc:docMk/>
            <pc:sldMasterMk cId="0" sldId="2147483648"/>
            <pc:sldLayoutMk cId="2652038010" sldId="2147483650"/>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506544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6B537A-B4DE-D1CE-3512-BCBDE4AC70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8C2033-F357-E6BE-5BF1-877BC1AD1B31}"/>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9A567B0F-4F1D-ECFE-050E-B551ABF85EAD}"/>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6398896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ustDataLst>
      <p:tags r:id="rId1"/>
    </p:custDataLst>
  </p:cSld>
  <p:clrMapOvr>
    <a:masterClrMapping/>
  </p:clrMapOvr>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265203801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2" name="Group 8">
            <a:extLst>
              <a:ext uri="{FF2B5EF4-FFF2-40B4-BE49-F238E27FC236}">
                <a16:creationId xmlns:a16="http://schemas.microsoft.com/office/drawing/2014/main" id="{A68FA2BF-9B6A-948D-43A3-04C207F5B33C}"/>
              </a:ext>
            </a:extLst>
          </p:cNvPr>
          <p:cNvGrpSpPr/>
          <p:nvPr userDrawn="1"/>
        </p:nvGrpSpPr>
        <p:grpSpPr>
          <a:xfrm flipH="1">
            <a:off x="0" y="5036127"/>
            <a:ext cx="9144000" cy="107373"/>
            <a:chOff x="0" y="0"/>
            <a:chExt cx="4402382" cy="66464"/>
          </a:xfrm>
        </p:grpSpPr>
        <p:sp>
          <p:nvSpPr>
            <p:cNvPr id="3" name="Freeform 9">
              <a:extLst>
                <a:ext uri="{FF2B5EF4-FFF2-40B4-BE49-F238E27FC236}">
                  <a16:creationId xmlns:a16="http://schemas.microsoft.com/office/drawing/2014/main" id="{8B83B97F-BA22-827B-E1BD-8DD9E1D3E0F6}"/>
                </a:ext>
              </a:extLst>
            </p:cNvPr>
            <p:cNvSpPr/>
            <p:nvPr/>
          </p:nvSpPr>
          <p:spPr>
            <a:xfrm>
              <a:off x="0" y="0"/>
              <a:ext cx="4402382" cy="66464"/>
            </a:xfrm>
            <a:custGeom>
              <a:avLst/>
              <a:gdLst/>
              <a:ahLst/>
              <a:cxnLst/>
              <a:rect l="l" t="t" r="r" b="b"/>
              <a:pathLst>
                <a:path w="4402382" h="66464">
                  <a:moveTo>
                    <a:pt x="0" y="0"/>
                  </a:moveTo>
                  <a:lnTo>
                    <a:pt x="4402382" y="0"/>
                  </a:lnTo>
                  <a:lnTo>
                    <a:pt x="4402382"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a:p>
          </p:txBody>
        </p:sp>
        <p:sp>
          <p:nvSpPr>
            <p:cNvPr id="4" name="TextBox 10">
              <a:extLst>
                <a:ext uri="{FF2B5EF4-FFF2-40B4-BE49-F238E27FC236}">
                  <a16:creationId xmlns:a16="http://schemas.microsoft.com/office/drawing/2014/main" id="{FC94FAC8-E161-FF7D-84BF-C498EADA502D}"/>
                </a:ext>
              </a:extLst>
            </p:cNvPr>
            <p:cNvSpPr txBox="1"/>
            <p:nvPr/>
          </p:nvSpPr>
          <p:spPr>
            <a:xfrm>
              <a:off x="0" y="-38100"/>
              <a:ext cx="4402382" cy="104564"/>
            </a:xfrm>
            <a:prstGeom prst="rect">
              <a:avLst/>
            </a:prstGeom>
          </p:spPr>
          <p:txBody>
            <a:bodyPr lIns="50800" tIns="50800" rIns="50800" bIns="50800" rtlCol="0" anchor="ctr"/>
            <a:lstStyle/>
            <a:p>
              <a:pPr algn="ctr">
                <a:lnSpc>
                  <a:spcPts val="2659"/>
                </a:lnSpc>
              </a:pPr>
              <a:endParaRPr/>
            </a:p>
          </p:txBody>
        </p:sp>
      </p:grpSp>
      <p:grpSp>
        <p:nvGrpSpPr>
          <p:cNvPr id="5" name="Group 8">
            <a:extLst>
              <a:ext uri="{FF2B5EF4-FFF2-40B4-BE49-F238E27FC236}">
                <a16:creationId xmlns:a16="http://schemas.microsoft.com/office/drawing/2014/main" id="{1988876B-43B4-642F-AB10-8B137A34386D}"/>
              </a:ext>
            </a:extLst>
          </p:cNvPr>
          <p:cNvGrpSpPr/>
          <p:nvPr userDrawn="1"/>
        </p:nvGrpSpPr>
        <p:grpSpPr>
          <a:xfrm>
            <a:off x="0" y="0"/>
            <a:ext cx="9144000" cy="424206"/>
            <a:chOff x="0" y="0"/>
            <a:chExt cx="4402382" cy="66464"/>
          </a:xfrm>
        </p:grpSpPr>
        <p:sp>
          <p:nvSpPr>
            <p:cNvPr id="6" name="Freeform 9">
              <a:extLst>
                <a:ext uri="{FF2B5EF4-FFF2-40B4-BE49-F238E27FC236}">
                  <a16:creationId xmlns:a16="http://schemas.microsoft.com/office/drawing/2014/main" id="{613EFC18-F90F-C121-3F09-53AB8141D658}"/>
                </a:ext>
              </a:extLst>
            </p:cNvPr>
            <p:cNvSpPr/>
            <p:nvPr/>
          </p:nvSpPr>
          <p:spPr>
            <a:xfrm>
              <a:off x="0" y="0"/>
              <a:ext cx="4402382" cy="66464"/>
            </a:xfrm>
            <a:custGeom>
              <a:avLst/>
              <a:gdLst/>
              <a:ahLst/>
              <a:cxnLst/>
              <a:rect l="l" t="t" r="r" b="b"/>
              <a:pathLst>
                <a:path w="4402382" h="66464">
                  <a:moveTo>
                    <a:pt x="0" y="0"/>
                  </a:moveTo>
                  <a:lnTo>
                    <a:pt x="4402382" y="0"/>
                  </a:lnTo>
                  <a:lnTo>
                    <a:pt x="4402382"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a:p>
          </p:txBody>
        </p:sp>
        <p:sp>
          <p:nvSpPr>
            <p:cNvPr id="7" name="TextBox 10">
              <a:extLst>
                <a:ext uri="{FF2B5EF4-FFF2-40B4-BE49-F238E27FC236}">
                  <a16:creationId xmlns:a16="http://schemas.microsoft.com/office/drawing/2014/main" id="{D81422F7-8BE4-EC53-5307-9812E24315C1}"/>
                </a:ext>
              </a:extLst>
            </p:cNvPr>
            <p:cNvSpPr txBox="1"/>
            <p:nvPr/>
          </p:nvSpPr>
          <p:spPr>
            <a:xfrm>
              <a:off x="0" y="-38100"/>
              <a:ext cx="4402382" cy="104564"/>
            </a:xfrm>
            <a:prstGeom prst="rect">
              <a:avLst/>
            </a:prstGeom>
          </p:spPr>
          <p:txBody>
            <a:bodyPr lIns="50800" tIns="50800" rIns="50800" bIns="50800" rtlCol="0" anchor="ctr"/>
            <a:lstStyle/>
            <a:p>
              <a:pPr algn="ctr">
                <a:lnSpc>
                  <a:spcPts val="2659"/>
                </a:lnSpc>
              </a:pPr>
              <a:endParaRPr/>
            </a:p>
          </p:txBody>
        </p:sp>
      </p:grpSp>
      <p:pic>
        <p:nvPicPr>
          <p:cNvPr id="8" name="Picture 7" descr="A black and white logo&#10;&#10;AI-generated content may be incorrect.">
            <a:extLst>
              <a:ext uri="{FF2B5EF4-FFF2-40B4-BE49-F238E27FC236}">
                <a16:creationId xmlns:a16="http://schemas.microsoft.com/office/drawing/2014/main" id="{31AC86FC-94F1-13A5-98FD-3215960D2A05}"/>
              </a:ext>
            </a:extLst>
          </p:cNvPr>
          <p:cNvPicPr>
            <a:picLocks noChangeAspect="1"/>
          </p:cNvPicPr>
          <p:nvPr userDrawn="1"/>
        </p:nvPicPr>
        <p:blipFill>
          <a:blip r:embed="rId5"/>
          <a:stretch>
            <a:fillRect/>
          </a:stretch>
        </p:blipFill>
        <p:spPr>
          <a:xfrm>
            <a:off x="7820696" y="55166"/>
            <a:ext cx="965086" cy="313873"/>
          </a:xfrm>
          <a:prstGeom prst="rect">
            <a:avLst/>
          </a:prstGeom>
        </p:spPr>
      </p:pic>
    </p:spTree>
    <p:custDataLst>
      <p:tags r:id="rId4"/>
    </p:custDataLst>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notesSlide" Target="../notesSlides/notesSlide1.xml"/><Relationship Id="rId7" Type="http://schemas.openxmlformats.org/officeDocument/2006/relationships/image" Target="../media/image4.png"/><Relationship Id="rId2" Type="http://schemas.openxmlformats.org/officeDocument/2006/relationships/slideLayout" Target="../slideLayouts/slideLayout2.xml"/><Relationship Id="rId1" Type="http://schemas.openxmlformats.org/officeDocument/2006/relationships/tags" Target="../tags/tag5.xml"/><Relationship Id="rId6" Type="http://schemas.openxmlformats.org/officeDocument/2006/relationships/hyperlink" Target="mailto:jaydipsinhbarad459@gmail.com" TargetMode="External"/><Relationship Id="rId5" Type="http://schemas.openxmlformats.org/officeDocument/2006/relationships/image" Target="../media/image3.png"/><Relationship Id="rId10" Type="http://schemas.openxmlformats.org/officeDocument/2006/relationships/image" Target="../media/image7.png"/><Relationship Id="rId4" Type="http://schemas.openxmlformats.org/officeDocument/2006/relationships/image" Target="../media/image2.svg"/><Relationship Id="rId9" Type="http://schemas.openxmlformats.org/officeDocument/2006/relationships/image" Target="../media/image6.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6.xml"/><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tags" Target="../tags/tag7.xml"/><Relationship Id="rId4" Type="http://schemas.openxmlformats.org/officeDocument/2006/relationships/image" Target="../media/image9.sv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tags" Target="../tags/tag8.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tags" Target="../tags/tag9.xml"/><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tags" Target="../tags/tag10.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tags" Target="../tags/tag1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tags" Target="../tags/tag12.xml"/><Relationship Id="rId5" Type="http://schemas.openxmlformats.org/officeDocument/2006/relationships/image" Target="../media/image13.png"/><Relationship Id="rId4" Type="http://schemas.openxmlformats.org/officeDocument/2006/relationships/hyperlink" Target="https://drive.google.com/file/d/1VLocC_KHcAFw_pY85F8Dw_Yap59_9Jad/view?usp=sharing" TargetMode="Externa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tags" Target="../tags/tag13.xml"/><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tags" Target="../tags/tag14.xml"/><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tags" Target="../tags/tag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E219A4-F5CF-3B84-A831-006143830DFC}"/>
            </a:ext>
          </a:extLst>
        </p:cNvPr>
        <p:cNvGrpSpPr/>
        <p:nvPr/>
      </p:nvGrpSpPr>
      <p:grpSpPr>
        <a:xfrm>
          <a:off x="0" y="0"/>
          <a:ext cx="0" cy="0"/>
          <a:chOff x="0" y="0"/>
          <a:chExt cx="0" cy="0"/>
        </a:xfrm>
      </p:grpSpPr>
      <p:sp>
        <p:nvSpPr>
          <p:cNvPr id="75" name="Rectangle: Rounded Corners 74">
            <a:extLst>
              <a:ext uri="{FF2B5EF4-FFF2-40B4-BE49-F238E27FC236}">
                <a16:creationId xmlns:a16="http://schemas.microsoft.com/office/drawing/2014/main" id="{5BBAA9FE-14A6-3635-BDE0-21E75B60255D}"/>
              </a:ext>
            </a:extLst>
          </p:cNvPr>
          <p:cNvSpPr/>
          <p:nvPr/>
        </p:nvSpPr>
        <p:spPr>
          <a:xfrm>
            <a:off x="364882" y="652908"/>
            <a:ext cx="3603333" cy="485021"/>
          </a:xfrm>
          <a:prstGeom prst="roundRect">
            <a:avLst/>
          </a:prstGeom>
          <a:solidFill>
            <a:schemeClr val="bg1"/>
          </a:solidFill>
          <a:ln>
            <a:solidFill>
              <a:srgbClr val="1D63B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2" name="Group 2">
            <a:extLst>
              <a:ext uri="{FF2B5EF4-FFF2-40B4-BE49-F238E27FC236}">
                <a16:creationId xmlns:a16="http://schemas.microsoft.com/office/drawing/2014/main" id="{DC713F69-E6DD-B345-33D3-499B008F7A17}"/>
              </a:ext>
            </a:extLst>
          </p:cNvPr>
          <p:cNvGrpSpPr/>
          <p:nvPr/>
        </p:nvGrpSpPr>
        <p:grpSpPr>
          <a:xfrm>
            <a:off x="0" y="0"/>
            <a:ext cx="4153368" cy="126178"/>
            <a:chOff x="0" y="0"/>
            <a:chExt cx="2187782" cy="66464"/>
          </a:xfrm>
        </p:grpSpPr>
        <p:sp>
          <p:nvSpPr>
            <p:cNvPr id="3" name="Freeform 3">
              <a:extLst>
                <a:ext uri="{FF2B5EF4-FFF2-40B4-BE49-F238E27FC236}">
                  <a16:creationId xmlns:a16="http://schemas.microsoft.com/office/drawing/2014/main" id="{16F12EA0-AE27-85D3-96E6-BED52A471BC9}"/>
                </a:ext>
              </a:extLst>
            </p:cNvPr>
            <p:cNvSpPr/>
            <p:nvPr/>
          </p:nvSpPr>
          <p:spPr>
            <a:xfrm>
              <a:off x="0" y="0"/>
              <a:ext cx="2187782" cy="66464"/>
            </a:xfrm>
            <a:custGeom>
              <a:avLst/>
              <a:gdLst/>
              <a:ahLst/>
              <a:cxnLst/>
              <a:rect l="l" t="t" r="r" b="b"/>
              <a:pathLst>
                <a:path w="2187782" h="66464">
                  <a:moveTo>
                    <a:pt x="0" y="0"/>
                  </a:moveTo>
                  <a:lnTo>
                    <a:pt x="2187782" y="0"/>
                  </a:lnTo>
                  <a:lnTo>
                    <a:pt x="2187782"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4" name="TextBox 4">
              <a:extLst>
                <a:ext uri="{FF2B5EF4-FFF2-40B4-BE49-F238E27FC236}">
                  <a16:creationId xmlns:a16="http://schemas.microsoft.com/office/drawing/2014/main" id="{EEDED881-7208-D373-6128-A08573FEEA11}"/>
                </a:ext>
              </a:extLst>
            </p:cNvPr>
            <p:cNvSpPr txBox="1"/>
            <p:nvPr/>
          </p:nvSpPr>
          <p:spPr>
            <a:xfrm>
              <a:off x="0" y="-38100"/>
              <a:ext cx="2187782" cy="104564"/>
            </a:xfrm>
            <a:prstGeom prst="rect">
              <a:avLst/>
            </a:prstGeom>
          </p:spPr>
          <p:txBody>
            <a:bodyPr lIns="25400" tIns="25400" rIns="25400" bIns="25400" rtlCol="0" anchor="ctr"/>
            <a:lstStyle/>
            <a:p>
              <a:pPr algn="ctr">
                <a:lnSpc>
                  <a:spcPts val="1330"/>
                </a:lnSpc>
              </a:pPr>
              <a:endParaRPr sz="700"/>
            </a:p>
          </p:txBody>
        </p:sp>
      </p:grpSp>
      <p:grpSp>
        <p:nvGrpSpPr>
          <p:cNvPr id="5" name="Group 5">
            <a:extLst>
              <a:ext uri="{FF2B5EF4-FFF2-40B4-BE49-F238E27FC236}">
                <a16:creationId xmlns:a16="http://schemas.microsoft.com/office/drawing/2014/main" id="{071C7EC6-7D4C-F061-CDE0-6A50914ECB9E}"/>
              </a:ext>
            </a:extLst>
          </p:cNvPr>
          <p:cNvGrpSpPr/>
          <p:nvPr/>
        </p:nvGrpSpPr>
        <p:grpSpPr>
          <a:xfrm>
            <a:off x="-76885" y="4927081"/>
            <a:ext cx="7571294" cy="126178"/>
            <a:chOff x="0" y="0"/>
            <a:chExt cx="3988171" cy="66464"/>
          </a:xfrm>
        </p:grpSpPr>
        <p:sp>
          <p:nvSpPr>
            <p:cNvPr id="6" name="Freeform 6">
              <a:extLst>
                <a:ext uri="{FF2B5EF4-FFF2-40B4-BE49-F238E27FC236}">
                  <a16:creationId xmlns:a16="http://schemas.microsoft.com/office/drawing/2014/main" id="{B4AD79D7-46FD-6B0C-7DE4-FF78018F4A88}"/>
                </a:ext>
              </a:extLst>
            </p:cNvPr>
            <p:cNvSpPr/>
            <p:nvPr/>
          </p:nvSpPr>
          <p:spPr>
            <a:xfrm>
              <a:off x="0" y="0"/>
              <a:ext cx="3988171" cy="66464"/>
            </a:xfrm>
            <a:custGeom>
              <a:avLst/>
              <a:gdLst/>
              <a:ahLst/>
              <a:cxnLst/>
              <a:rect l="l" t="t" r="r" b="b"/>
              <a:pathLst>
                <a:path w="3988171" h="66464">
                  <a:moveTo>
                    <a:pt x="0" y="0"/>
                  </a:moveTo>
                  <a:lnTo>
                    <a:pt x="3988171" y="0"/>
                  </a:lnTo>
                  <a:lnTo>
                    <a:pt x="3988171"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7" name="TextBox 7">
              <a:extLst>
                <a:ext uri="{FF2B5EF4-FFF2-40B4-BE49-F238E27FC236}">
                  <a16:creationId xmlns:a16="http://schemas.microsoft.com/office/drawing/2014/main" id="{C396E051-FCE8-96D0-093A-9DAA0B6CA32C}"/>
                </a:ext>
              </a:extLst>
            </p:cNvPr>
            <p:cNvSpPr txBox="1"/>
            <p:nvPr/>
          </p:nvSpPr>
          <p:spPr>
            <a:xfrm>
              <a:off x="0" y="-38100"/>
              <a:ext cx="3988171" cy="104564"/>
            </a:xfrm>
            <a:prstGeom prst="rect">
              <a:avLst/>
            </a:prstGeom>
          </p:spPr>
          <p:txBody>
            <a:bodyPr lIns="25400" tIns="25400" rIns="25400" bIns="25400" rtlCol="0" anchor="ctr"/>
            <a:lstStyle/>
            <a:p>
              <a:pPr algn="ctr">
                <a:lnSpc>
                  <a:spcPts val="1330"/>
                </a:lnSpc>
              </a:pPr>
              <a:endParaRPr sz="700"/>
            </a:p>
          </p:txBody>
        </p:sp>
      </p:grpSp>
      <p:grpSp>
        <p:nvGrpSpPr>
          <p:cNvPr id="8" name="Group 8">
            <a:extLst>
              <a:ext uri="{FF2B5EF4-FFF2-40B4-BE49-F238E27FC236}">
                <a16:creationId xmlns:a16="http://schemas.microsoft.com/office/drawing/2014/main" id="{614E0FB1-7343-AA0B-7107-6EF9941BD391}"/>
              </a:ext>
            </a:extLst>
          </p:cNvPr>
          <p:cNvGrpSpPr/>
          <p:nvPr/>
        </p:nvGrpSpPr>
        <p:grpSpPr>
          <a:xfrm rot="2700000">
            <a:off x="3661769" y="-528997"/>
            <a:ext cx="4602320" cy="2123257"/>
            <a:chOff x="0" y="0"/>
            <a:chExt cx="2424267" cy="1118423"/>
          </a:xfrm>
        </p:grpSpPr>
        <p:sp>
          <p:nvSpPr>
            <p:cNvPr id="9" name="Freeform 9">
              <a:extLst>
                <a:ext uri="{FF2B5EF4-FFF2-40B4-BE49-F238E27FC236}">
                  <a16:creationId xmlns:a16="http://schemas.microsoft.com/office/drawing/2014/main" id="{8AFFC971-D518-DC63-82CA-066EEEE8BD9D}"/>
                </a:ext>
              </a:extLst>
            </p:cNvPr>
            <p:cNvSpPr/>
            <p:nvPr/>
          </p:nvSpPr>
          <p:spPr>
            <a:xfrm>
              <a:off x="0" y="0"/>
              <a:ext cx="2424267" cy="1118423"/>
            </a:xfrm>
            <a:custGeom>
              <a:avLst/>
              <a:gdLst/>
              <a:ahLst/>
              <a:cxnLst/>
              <a:rect l="l" t="t" r="r" b="b"/>
              <a:pathLst>
                <a:path w="2424267" h="1118423">
                  <a:moveTo>
                    <a:pt x="0" y="0"/>
                  </a:moveTo>
                  <a:lnTo>
                    <a:pt x="2424267" y="0"/>
                  </a:lnTo>
                  <a:lnTo>
                    <a:pt x="2424267" y="1118423"/>
                  </a:lnTo>
                  <a:lnTo>
                    <a:pt x="0" y="1118423"/>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dirty="0"/>
            </a:p>
          </p:txBody>
        </p:sp>
        <p:sp>
          <p:nvSpPr>
            <p:cNvPr id="10" name="TextBox 10">
              <a:extLst>
                <a:ext uri="{FF2B5EF4-FFF2-40B4-BE49-F238E27FC236}">
                  <a16:creationId xmlns:a16="http://schemas.microsoft.com/office/drawing/2014/main" id="{EF1F892B-32CB-D20F-CD5E-29D9DD282E0B}"/>
                </a:ext>
              </a:extLst>
            </p:cNvPr>
            <p:cNvSpPr txBox="1"/>
            <p:nvPr/>
          </p:nvSpPr>
          <p:spPr>
            <a:xfrm>
              <a:off x="0" y="-38100"/>
              <a:ext cx="2424267" cy="1156523"/>
            </a:xfrm>
            <a:prstGeom prst="rect">
              <a:avLst/>
            </a:prstGeom>
          </p:spPr>
          <p:txBody>
            <a:bodyPr lIns="25400" tIns="25400" rIns="25400" bIns="25400" rtlCol="0" anchor="ctr"/>
            <a:lstStyle/>
            <a:p>
              <a:pPr algn="ctr">
                <a:lnSpc>
                  <a:spcPts val="1330"/>
                </a:lnSpc>
              </a:pPr>
              <a:endParaRPr sz="700"/>
            </a:p>
          </p:txBody>
        </p:sp>
      </p:grpSp>
      <p:grpSp>
        <p:nvGrpSpPr>
          <p:cNvPr id="11" name="Group 11">
            <a:extLst>
              <a:ext uri="{FF2B5EF4-FFF2-40B4-BE49-F238E27FC236}">
                <a16:creationId xmlns:a16="http://schemas.microsoft.com/office/drawing/2014/main" id="{0903312A-41E4-0C98-DB5C-2FD31C761F00}"/>
              </a:ext>
            </a:extLst>
          </p:cNvPr>
          <p:cNvGrpSpPr/>
          <p:nvPr/>
        </p:nvGrpSpPr>
        <p:grpSpPr>
          <a:xfrm rot="2700000">
            <a:off x="5632358" y="303921"/>
            <a:ext cx="3724082" cy="1064394"/>
            <a:chOff x="0" y="0"/>
            <a:chExt cx="1961656" cy="560668"/>
          </a:xfrm>
        </p:grpSpPr>
        <p:sp>
          <p:nvSpPr>
            <p:cNvPr id="12" name="Freeform 12">
              <a:extLst>
                <a:ext uri="{FF2B5EF4-FFF2-40B4-BE49-F238E27FC236}">
                  <a16:creationId xmlns:a16="http://schemas.microsoft.com/office/drawing/2014/main" id="{A8440D19-D63B-AF33-3EAE-F2B37D5CF256}"/>
                </a:ext>
              </a:extLst>
            </p:cNvPr>
            <p:cNvSpPr/>
            <p:nvPr/>
          </p:nvSpPr>
          <p:spPr>
            <a:xfrm>
              <a:off x="0" y="0"/>
              <a:ext cx="1961656" cy="560668"/>
            </a:xfrm>
            <a:custGeom>
              <a:avLst/>
              <a:gdLst/>
              <a:ahLst/>
              <a:cxnLst/>
              <a:rect l="l" t="t" r="r" b="b"/>
              <a:pathLst>
                <a:path w="1961656" h="560668">
                  <a:moveTo>
                    <a:pt x="0" y="0"/>
                  </a:moveTo>
                  <a:lnTo>
                    <a:pt x="1961656" y="0"/>
                  </a:lnTo>
                  <a:lnTo>
                    <a:pt x="1961656" y="560668"/>
                  </a:lnTo>
                  <a:lnTo>
                    <a:pt x="0" y="560668"/>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3" name="TextBox 13">
              <a:extLst>
                <a:ext uri="{FF2B5EF4-FFF2-40B4-BE49-F238E27FC236}">
                  <a16:creationId xmlns:a16="http://schemas.microsoft.com/office/drawing/2014/main" id="{70297523-D0C9-81EB-FA45-802E3E7D096A}"/>
                </a:ext>
              </a:extLst>
            </p:cNvPr>
            <p:cNvSpPr txBox="1"/>
            <p:nvPr/>
          </p:nvSpPr>
          <p:spPr>
            <a:xfrm>
              <a:off x="0" y="-38100"/>
              <a:ext cx="1961656" cy="598768"/>
            </a:xfrm>
            <a:prstGeom prst="rect">
              <a:avLst/>
            </a:prstGeom>
          </p:spPr>
          <p:txBody>
            <a:bodyPr lIns="25400" tIns="25400" rIns="25400" bIns="25400" rtlCol="0" anchor="ctr"/>
            <a:lstStyle/>
            <a:p>
              <a:pPr algn="ctr">
                <a:lnSpc>
                  <a:spcPts val="1330"/>
                </a:lnSpc>
              </a:pPr>
              <a:endParaRPr sz="700"/>
            </a:p>
          </p:txBody>
        </p:sp>
      </p:grpSp>
      <p:grpSp>
        <p:nvGrpSpPr>
          <p:cNvPr id="14" name="Group 14">
            <a:extLst>
              <a:ext uri="{FF2B5EF4-FFF2-40B4-BE49-F238E27FC236}">
                <a16:creationId xmlns:a16="http://schemas.microsoft.com/office/drawing/2014/main" id="{3AF039C7-166F-DC3C-FD40-F2CACE3926F2}"/>
              </a:ext>
            </a:extLst>
          </p:cNvPr>
          <p:cNvGrpSpPr/>
          <p:nvPr/>
        </p:nvGrpSpPr>
        <p:grpSpPr>
          <a:xfrm rot="2700000">
            <a:off x="7528217" y="-892816"/>
            <a:ext cx="2873959" cy="1967021"/>
            <a:chOff x="0" y="0"/>
            <a:chExt cx="1513855" cy="1036126"/>
          </a:xfrm>
        </p:grpSpPr>
        <p:sp>
          <p:nvSpPr>
            <p:cNvPr id="15" name="Freeform 15">
              <a:extLst>
                <a:ext uri="{FF2B5EF4-FFF2-40B4-BE49-F238E27FC236}">
                  <a16:creationId xmlns:a16="http://schemas.microsoft.com/office/drawing/2014/main" id="{166C2FB9-D184-461A-308A-1F6AFD5F7BBF}"/>
                </a:ext>
              </a:extLst>
            </p:cNvPr>
            <p:cNvSpPr/>
            <p:nvPr/>
          </p:nvSpPr>
          <p:spPr>
            <a:xfrm>
              <a:off x="0" y="0"/>
              <a:ext cx="1513855" cy="1036126"/>
            </a:xfrm>
            <a:custGeom>
              <a:avLst/>
              <a:gdLst/>
              <a:ahLst/>
              <a:cxnLst/>
              <a:rect l="l" t="t" r="r" b="b"/>
              <a:pathLst>
                <a:path w="1513855" h="1036126">
                  <a:moveTo>
                    <a:pt x="0" y="0"/>
                  </a:moveTo>
                  <a:lnTo>
                    <a:pt x="1513855" y="0"/>
                  </a:lnTo>
                  <a:lnTo>
                    <a:pt x="1513855" y="1036126"/>
                  </a:lnTo>
                  <a:lnTo>
                    <a:pt x="0" y="1036126"/>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6" name="TextBox 16">
              <a:extLst>
                <a:ext uri="{FF2B5EF4-FFF2-40B4-BE49-F238E27FC236}">
                  <a16:creationId xmlns:a16="http://schemas.microsoft.com/office/drawing/2014/main" id="{D78B5C6B-C409-CCBB-2B06-FBD31CAC99E4}"/>
                </a:ext>
              </a:extLst>
            </p:cNvPr>
            <p:cNvSpPr txBox="1"/>
            <p:nvPr/>
          </p:nvSpPr>
          <p:spPr>
            <a:xfrm>
              <a:off x="0" y="-38100"/>
              <a:ext cx="1513855" cy="1074226"/>
            </a:xfrm>
            <a:prstGeom prst="rect">
              <a:avLst/>
            </a:prstGeom>
          </p:spPr>
          <p:txBody>
            <a:bodyPr lIns="25400" tIns="25400" rIns="25400" bIns="25400" rtlCol="0" anchor="ctr"/>
            <a:lstStyle/>
            <a:p>
              <a:pPr algn="ctr">
                <a:lnSpc>
                  <a:spcPts val="1330"/>
                </a:lnSpc>
              </a:pPr>
              <a:endParaRPr sz="700"/>
            </a:p>
          </p:txBody>
        </p:sp>
      </p:grpSp>
      <p:grpSp>
        <p:nvGrpSpPr>
          <p:cNvPr id="17" name="Group 17">
            <a:extLst>
              <a:ext uri="{FF2B5EF4-FFF2-40B4-BE49-F238E27FC236}">
                <a16:creationId xmlns:a16="http://schemas.microsoft.com/office/drawing/2014/main" id="{BB6CD3B7-9C29-31B7-074F-1C8E56CB1626}"/>
              </a:ext>
            </a:extLst>
          </p:cNvPr>
          <p:cNvGrpSpPr/>
          <p:nvPr/>
        </p:nvGrpSpPr>
        <p:grpSpPr>
          <a:xfrm rot="2700000">
            <a:off x="6756840" y="4003698"/>
            <a:ext cx="4602320" cy="2123257"/>
            <a:chOff x="0" y="0"/>
            <a:chExt cx="2424267" cy="1118423"/>
          </a:xfrm>
        </p:grpSpPr>
        <p:sp>
          <p:nvSpPr>
            <p:cNvPr id="18" name="Freeform 18">
              <a:extLst>
                <a:ext uri="{FF2B5EF4-FFF2-40B4-BE49-F238E27FC236}">
                  <a16:creationId xmlns:a16="http://schemas.microsoft.com/office/drawing/2014/main" id="{059C69CD-FBFA-E4B4-AA86-445D5367D190}"/>
                </a:ext>
              </a:extLst>
            </p:cNvPr>
            <p:cNvSpPr/>
            <p:nvPr/>
          </p:nvSpPr>
          <p:spPr>
            <a:xfrm>
              <a:off x="0" y="0"/>
              <a:ext cx="2424267" cy="1118423"/>
            </a:xfrm>
            <a:custGeom>
              <a:avLst/>
              <a:gdLst/>
              <a:ahLst/>
              <a:cxnLst/>
              <a:rect l="l" t="t" r="r" b="b"/>
              <a:pathLst>
                <a:path w="2424267" h="1118423">
                  <a:moveTo>
                    <a:pt x="0" y="0"/>
                  </a:moveTo>
                  <a:lnTo>
                    <a:pt x="2424267" y="0"/>
                  </a:lnTo>
                  <a:lnTo>
                    <a:pt x="2424267" y="1118423"/>
                  </a:lnTo>
                  <a:lnTo>
                    <a:pt x="0" y="1118423"/>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9" name="TextBox 19">
              <a:extLst>
                <a:ext uri="{FF2B5EF4-FFF2-40B4-BE49-F238E27FC236}">
                  <a16:creationId xmlns:a16="http://schemas.microsoft.com/office/drawing/2014/main" id="{3FFFD043-6DDC-803C-1EE7-E745D2CD7192}"/>
                </a:ext>
              </a:extLst>
            </p:cNvPr>
            <p:cNvSpPr txBox="1"/>
            <p:nvPr/>
          </p:nvSpPr>
          <p:spPr>
            <a:xfrm>
              <a:off x="0" y="-38100"/>
              <a:ext cx="2424267" cy="1156523"/>
            </a:xfrm>
            <a:prstGeom prst="rect">
              <a:avLst/>
            </a:prstGeom>
          </p:spPr>
          <p:txBody>
            <a:bodyPr lIns="25400" tIns="25400" rIns="25400" bIns="25400" rtlCol="0" anchor="ctr"/>
            <a:lstStyle/>
            <a:p>
              <a:pPr algn="ctr">
                <a:lnSpc>
                  <a:spcPts val="1330"/>
                </a:lnSpc>
              </a:pPr>
              <a:endParaRPr sz="700"/>
            </a:p>
          </p:txBody>
        </p:sp>
      </p:grpSp>
      <p:grpSp>
        <p:nvGrpSpPr>
          <p:cNvPr id="20" name="Group 20">
            <a:extLst>
              <a:ext uri="{FF2B5EF4-FFF2-40B4-BE49-F238E27FC236}">
                <a16:creationId xmlns:a16="http://schemas.microsoft.com/office/drawing/2014/main" id="{40B8BCE7-F5DB-C74D-120E-15FE119805F6}"/>
              </a:ext>
            </a:extLst>
          </p:cNvPr>
          <p:cNvGrpSpPr/>
          <p:nvPr/>
        </p:nvGrpSpPr>
        <p:grpSpPr>
          <a:xfrm rot="2700000">
            <a:off x="7842195" y="3672519"/>
            <a:ext cx="2166949" cy="1126189"/>
            <a:chOff x="0" y="0"/>
            <a:chExt cx="1141438" cy="593219"/>
          </a:xfrm>
        </p:grpSpPr>
        <p:sp>
          <p:nvSpPr>
            <p:cNvPr id="21" name="Freeform 21">
              <a:extLst>
                <a:ext uri="{FF2B5EF4-FFF2-40B4-BE49-F238E27FC236}">
                  <a16:creationId xmlns:a16="http://schemas.microsoft.com/office/drawing/2014/main" id="{7CCA289A-B33A-364F-D970-B4B0741374DB}"/>
                </a:ext>
              </a:extLst>
            </p:cNvPr>
            <p:cNvSpPr/>
            <p:nvPr/>
          </p:nvSpPr>
          <p:spPr>
            <a:xfrm>
              <a:off x="0" y="0"/>
              <a:ext cx="1141438" cy="593219"/>
            </a:xfrm>
            <a:custGeom>
              <a:avLst/>
              <a:gdLst/>
              <a:ahLst/>
              <a:cxnLst/>
              <a:rect l="l" t="t" r="r" b="b"/>
              <a:pathLst>
                <a:path w="1141438" h="593219">
                  <a:moveTo>
                    <a:pt x="0" y="0"/>
                  </a:moveTo>
                  <a:lnTo>
                    <a:pt x="1141438" y="0"/>
                  </a:lnTo>
                  <a:lnTo>
                    <a:pt x="1141438" y="593219"/>
                  </a:lnTo>
                  <a:lnTo>
                    <a:pt x="0" y="593219"/>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22" name="TextBox 22">
              <a:extLst>
                <a:ext uri="{FF2B5EF4-FFF2-40B4-BE49-F238E27FC236}">
                  <a16:creationId xmlns:a16="http://schemas.microsoft.com/office/drawing/2014/main" id="{6D1B43F8-87A5-2EDD-F149-BE82A2984EB5}"/>
                </a:ext>
              </a:extLst>
            </p:cNvPr>
            <p:cNvSpPr txBox="1"/>
            <p:nvPr/>
          </p:nvSpPr>
          <p:spPr>
            <a:xfrm>
              <a:off x="0" y="-38100"/>
              <a:ext cx="1141438" cy="631319"/>
            </a:xfrm>
            <a:prstGeom prst="rect">
              <a:avLst/>
            </a:prstGeom>
          </p:spPr>
          <p:txBody>
            <a:bodyPr lIns="25400" tIns="25400" rIns="25400" bIns="25400" rtlCol="0" anchor="ctr"/>
            <a:lstStyle/>
            <a:p>
              <a:pPr algn="ctr">
                <a:lnSpc>
                  <a:spcPts val="1330"/>
                </a:lnSpc>
              </a:pPr>
              <a:endParaRPr sz="700"/>
            </a:p>
          </p:txBody>
        </p:sp>
      </p:grpSp>
      <p:grpSp>
        <p:nvGrpSpPr>
          <p:cNvPr id="23" name="Group 23">
            <a:extLst>
              <a:ext uri="{FF2B5EF4-FFF2-40B4-BE49-F238E27FC236}">
                <a16:creationId xmlns:a16="http://schemas.microsoft.com/office/drawing/2014/main" id="{2ABF0622-9241-CD75-6B4F-4578A248FF9B}"/>
              </a:ext>
            </a:extLst>
          </p:cNvPr>
          <p:cNvGrpSpPr/>
          <p:nvPr/>
        </p:nvGrpSpPr>
        <p:grpSpPr>
          <a:xfrm>
            <a:off x="5720497" y="768985"/>
            <a:ext cx="3475712" cy="3475712"/>
            <a:chOff x="0" y="0"/>
            <a:chExt cx="812800" cy="812800"/>
          </a:xfrm>
        </p:grpSpPr>
        <p:sp>
          <p:nvSpPr>
            <p:cNvPr id="24" name="Freeform 24">
              <a:extLst>
                <a:ext uri="{FF2B5EF4-FFF2-40B4-BE49-F238E27FC236}">
                  <a16:creationId xmlns:a16="http://schemas.microsoft.com/office/drawing/2014/main" id="{0A81DF20-399E-AF89-89B0-FC2CA2FD0162}"/>
                </a:ext>
              </a:extLst>
            </p:cNvPr>
            <p:cNvSpPr/>
            <p:nvPr/>
          </p:nvSpPr>
          <p:spPr>
            <a:xfrm>
              <a:off x="0" y="0"/>
              <a:ext cx="812800" cy="812800"/>
            </a:xfrm>
            <a:custGeom>
              <a:avLst/>
              <a:gdLst/>
              <a:ahLst/>
              <a:cxnLst/>
              <a:rect l="l" t="t" r="r" b="b"/>
              <a:pathLst>
                <a:path w="812800" h="812800">
                  <a:moveTo>
                    <a:pt x="574675" y="0"/>
                  </a:moveTo>
                  <a:lnTo>
                    <a:pt x="812800" y="238125"/>
                  </a:lnTo>
                  <a:lnTo>
                    <a:pt x="812800" y="574675"/>
                  </a:lnTo>
                  <a:lnTo>
                    <a:pt x="574675" y="812800"/>
                  </a:lnTo>
                  <a:lnTo>
                    <a:pt x="238125" y="812800"/>
                  </a:lnTo>
                  <a:lnTo>
                    <a:pt x="0" y="574675"/>
                  </a:lnTo>
                  <a:lnTo>
                    <a:pt x="0" y="238125"/>
                  </a:lnTo>
                  <a:lnTo>
                    <a:pt x="238125" y="0"/>
                  </a:lnTo>
                  <a:lnTo>
                    <a:pt x="574675" y="0"/>
                  </a:lnTo>
                  <a:close/>
                </a:path>
              </a:pathLst>
            </a:custGeom>
            <a:gradFill rotWithShape="1">
              <a:gsLst>
                <a:gs pos="0">
                  <a:srgbClr val="042882">
                    <a:alpha val="100000"/>
                  </a:srgbClr>
                </a:gs>
                <a:gs pos="100000">
                  <a:srgbClr val="2A83D0">
                    <a:alpha val="100000"/>
                  </a:srgbClr>
                </a:gs>
              </a:gsLst>
              <a:lin ang="0"/>
            </a:gradFill>
            <a:ln cap="sq">
              <a:noFill/>
              <a:prstDash val="solid"/>
              <a:miter/>
            </a:ln>
          </p:spPr>
          <p:txBody>
            <a:bodyPr/>
            <a:lstStyle/>
            <a:p>
              <a:endParaRPr lang="en-IN" sz="700"/>
            </a:p>
          </p:txBody>
        </p:sp>
        <p:sp>
          <p:nvSpPr>
            <p:cNvPr id="25" name="TextBox 25">
              <a:extLst>
                <a:ext uri="{FF2B5EF4-FFF2-40B4-BE49-F238E27FC236}">
                  <a16:creationId xmlns:a16="http://schemas.microsoft.com/office/drawing/2014/main" id="{40C2189F-9BF3-791F-6AA1-3475C52DFABC}"/>
                </a:ext>
              </a:extLst>
            </p:cNvPr>
            <p:cNvSpPr txBox="1"/>
            <p:nvPr/>
          </p:nvSpPr>
          <p:spPr>
            <a:xfrm>
              <a:off x="63500" y="25400"/>
              <a:ext cx="685800" cy="723900"/>
            </a:xfrm>
            <a:prstGeom prst="rect">
              <a:avLst/>
            </a:prstGeom>
          </p:spPr>
          <p:txBody>
            <a:bodyPr lIns="29445" tIns="29445" rIns="29445" bIns="29445" rtlCol="0" anchor="ctr"/>
            <a:lstStyle/>
            <a:p>
              <a:pPr algn="ctr">
                <a:lnSpc>
                  <a:spcPts val="1330"/>
                </a:lnSpc>
                <a:spcBef>
                  <a:spcPct val="0"/>
                </a:spcBef>
              </a:pPr>
              <a:endParaRPr sz="700"/>
            </a:p>
          </p:txBody>
        </p:sp>
      </p:grpSp>
      <p:sp>
        <p:nvSpPr>
          <p:cNvPr id="34" name="Freeform 34">
            <a:extLst>
              <a:ext uri="{FF2B5EF4-FFF2-40B4-BE49-F238E27FC236}">
                <a16:creationId xmlns:a16="http://schemas.microsoft.com/office/drawing/2014/main" id="{79637531-A44E-C462-F403-761C10B95F61}"/>
              </a:ext>
            </a:extLst>
          </p:cNvPr>
          <p:cNvSpPr/>
          <p:nvPr/>
        </p:nvSpPr>
        <p:spPr>
          <a:xfrm>
            <a:off x="4814816" y="492813"/>
            <a:ext cx="857064" cy="159628"/>
          </a:xfrm>
          <a:custGeom>
            <a:avLst/>
            <a:gdLst/>
            <a:ahLst/>
            <a:cxnLst/>
            <a:rect l="l" t="t" r="r" b="b"/>
            <a:pathLst>
              <a:path w="1714127" h="319256">
                <a:moveTo>
                  <a:pt x="0" y="0"/>
                </a:moveTo>
                <a:lnTo>
                  <a:pt x="1714127" y="0"/>
                </a:lnTo>
                <a:lnTo>
                  <a:pt x="1714127" y="319257"/>
                </a:lnTo>
                <a:lnTo>
                  <a:pt x="0" y="319257"/>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sz="700"/>
          </a:p>
        </p:txBody>
      </p:sp>
      <p:sp>
        <p:nvSpPr>
          <p:cNvPr id="35" name="Freeform 35">
            <a:extLst>
              <a:ext uri="{FF2B5EF4-FFF2-40B4-BE49-F238E27FC236}">
                <a16:creationId xmlns:a16="http://schemas.microsoft.com/office/drawing/2014/main" id="{DCD7CC8C-164D-C41A-6252-42C99A05871B}"/>
              </a:ext>
            </a:extLst>
          </p:cNvPr>
          <p:cNvSpPr/>
          <p:nvPr/>
        </p:nvSpPr>
        <p:spPr>
          <a:xfrm>
            <a:off x="8435937" y="4382878"/>
            <a:ext cx="857064" cy="159628"/>
          </a:xfrm>
          <a:custGeom>
            <a:avLst/>
            <a:gdLst/>
            <a:ahLst/>
            <a:cxnLst/>
            <a:rect l="l" t="t" r="r" b="b"/>
            <a:pathLst>
              <a:path w="1714127" h="319256">
                <a:moveTo>
                  <a:pt x="0" y="0"/>
                </a:moveTo>
                <a:lnTo>
                  <a:pt x="1714127" y="0"/>
                </a:lnTo>
                <a:lnTo>
                  <a:pt x="1714127" y="319256"/>
                </a:lnTo>
                <a:lnTo>
                  <a:pt x="0" y="31925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sz="700"/>
          </a:p>
        </p:txBody>
      </p:sp>
      <p:sp>
        <p:nvSpPr>
          <p:cNvPr id="36" name="Freeform 36">
            <a:extLst>
              <a:ext uri="{FF2B5EF4-FFF2-40B4-BE49-F238E27FC236}">
                <a16:creationId xmlns:a16="http://schemas.microsoft.com/office/drawing/2014/main" id="{8672D197-9BF9-8CFA-6DF7-2937B68FFD86}"/>
              </a:ext>
            </a:extLst>
          </p:cNvPr>
          <p:cNvSpPr/>
          <p:nvPr/>
        </p:nvSpPr>
        <p:spPr>
          <a:xfrm>
            <a:off x="8726258" y="4572000"/>
            <a:ext cx="857064" cy="159628"/>
          </a:xfrm>
          <a:custGeom>
            <a:avLst/>
            <a:gdLst/>
            <a:ahLst/>
            <a:cxnLst/>
            <a:rect l="l" t="t" r="r" b="b"/>
            <a:pathLst>
              <a:path w="1714127" h="319256">
                <a:moveTo>
                  <a:pt x="0" y="0"/>
                </a:moveTo>
                <a:lnTo>
                  <a:pt x="1714128" y="0"/>
                </a:lnTo>
                <a:lnTo>
                  <a:pt x="1714128" y="319256"/>
                </a:lnTo>
                <a:lnTo>
                  <a:pt x="0" y="31925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sz="700"/>
          </a:p>
        </p:txBody>
      </p:sp>
      <p:grpSp>
        <p:nvGrpSpPr>
          <p:cNvPr id="47" name="Group 46">
            <a:extLst>
              <a:ext uri="{FF2B5EF4-FFF2-40B4-BE49-F238E27FC236}">
                <a16:creationId xmlns:a16="http://schemas.microsoft.com/office/drawing/2014/main" id="{1E9CDC51-FF0E-F171-6762-BB19A05B4D8E}"/>
              </a:ext>
            </a:extLst>
          </p:cNvPr>
          <p:cNvGrpSpPr/>
          <p:nvPr/>
        </p:nvGrpSpPr>
        <p:grpSpPr>
          <a:xfrm>
            <a:off x="320766" y="2923767"/>
            <a:ext cx="4276134" cy="431080"/>
            <a:chOff x="0" y="2985846"/>
            <a:chExt cx="4276134" cy="431080"/>
          </a:xfrm>
        </p:grpSpPr>
        <p:grpSp>
          <p:nvGrpSpPr>
            <p:cNvPr id="28" name="Group 28">
              <a:extLst>
                <a:ext uri="{FF2B5EF4-FFF2-40B4-BE49-F238E27FC236}">
                  <a16:creationId xmlns:a16="http://schemas.microsoft.com/office/drawing/2014/main" id="{20253B4E-5254-3A4A-D2B3-FDC541381304}"/>
                </a:ext>
              </a:extLst>
            </p:cNvPr>
            <p:cNvGrpSpPr/>
            <p:nvPr/>
          </p:nvGrpSpPr>
          <p:grpSpPr>
            <a:xfrm>
              <a:off x="0" y="2985846"/>
              <a:ext cx="4224335" cy="431080"/>
              <a:chOff x="0" y="-38100"/>
              <a:chExt cx="4355842" cy="444500"/>
            </a:xfrm>
          </p:grpSpPr>
          <p:sp>
            <p:nvSpPr>
              <p:cNvPr id="29" name="Freeform 29">
                <a:extLst>
                  <a:ext uri="{FF2B5EF4-FFF2-40B4-BE49-F238E27FC236}">
                    <a16:creationId xmlns:a16="http://schemas.microsoft.com/office/drawing/2014/main" id="{98AC3028-4A73-A10C-B23F-D62CE7C18AED}"/>
                  </a:ext>
                </a:extLst>
              </p:cNvPr>
              <p:cNvSpPr/>
              <p:nvPr/>
            </p:nvSpPr>
            <p:spPr>
              <a:xfrm>
                <a:off x="0" y="0"/>
                <a:ext cx="4355842" cy="406400"/>
              </a:xfrm>
              <a:custGeom>
                <a:avLst/>
                <a:gdLst/>
                <a:ahLst/>
                <a:cxnLst/>
                <a:rect l="l" t="t" r="r" b="b"/>
                <a:pathLst>
                  <a:path w="4355842" h="406400">
                    <a:moveTo>
                      <a:pt x="4152642" y="0"/>
                    </a:moveTo>
                    <a:lnTo>
                      <a:pt x="0" y="0"/>
                    </a:lnTo>
                    <a:lnTo>
                      <a:pt x="0" y="406400"/>
                    </a:lnTo>
                    <a:lnTo>
                      <a:pt x="4152642" y="406400"/>
                    </a:lnTo>
                    <a:lnTo>
                      <a:pt x="4355842" y="203200"/>
                    </a:lnTo>
                    <a:lnTo>
                      <a:pt x="4152642" y="0"/>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30" name="TextBox 30">
                <a:extLst>
                  <a:ext uri="{FF2B5EF4-FFF2-40B4-BE49-F238E27FC236}">
                    <a16:creationId xmlns:a16="http://schemas.microsoft.com/office/drawing/2014/main" id="{199C1F1F-4C5C-E8C0-1593-D5C9F6952716}"/>
                  </a:ext>
                </a:extLst>
              </p:cNvPr>
              <p:cNvSpPr txBox="1"/>
              <p:nvPr/>
            </p:nvSpPr>
            <p:spPr>
              <a:xfrm>
                <a:off x="0" y="-38100"/>
                <a:ext cx="4241542" cy="444500"/>
              </a:xfrm>
              <a:prstGeom prst="rect">
                <a:avLst/>
              </a:prstGeom>
            </p:spPr>
            <p:txBody>
              <a:bodyPr lIns="25400" tIns="25400" rIns="25400" bIns="25400" rtlCol="0" anchor="ctr"/>
              <a:lstStyle/>
              <a:p>
                <a:pPr algn="ctr">
                  <a:lnSpc>
                    <a:spcPts val="1330"/>
                  </a:lnSpc>
                </a:pPr>
                <a:endParaRPr sz="700"/>
              </a:p>
            </p:txBody>
          </p:sp>
        </p:grpSp>
        <p:sp>
          <p:nvSpPr>
            <p:cNvPr id="44" name="TextBox 44">
              <a:extLst>
                <a:ext uri="{FF2B5EF4-FFF2-40B4-BE49-F238E27FC236}">
                  <a16:creationId xmlns:a16="http://schemas.microsoft.com/office/drawing/2014/main" id="{3578161E-D839-4793-89CB-83A287A2849E}"/>
                </a:ext>
              </a:extLst>
            </p:cNvPr>
            <p:cNvSpPr txBox="1"/>
            <p:nvPr/>
          </p:nvSpPr>
          <p:spPr>
            <a:xfrm>
              <a:off x="466725" y="3100839"/>
              <a:ext cx="3809409" cy="223587"/>
            </a:xfrm>
            <a:prstGeom prst="rect">
              <a:avLst/>
            </a:prstGeom>
          </p:spPr>
          <p:txBody>
            <a:bodyPr lIns="0" tIns="0" rIns="0" bIns="0" rtlCol="0" anchor="t">
              <a:spAutoFit/>
            </a:bodyPr>
            <a:lstStyle/>
            <a:p>
              <a:pPr>
                <a:lnSpc>
                  <a:spcPts val="1943"/>
                </a:lnSpc>
              </a:pPr>
              <a:r>
                <a:rPr lang="en-US" sz="1400" b="1" spc="583" dirty="0">
                  <a:solidFill>
                    <a:srgbClr val="FFFFFF"/>
                  </a:solidFill>
                  <a:latin typeface="Arial" panose="020B0604020202020204" pitchFamily="34" charset="0"/>
                  <a:ea typeface="Aileron Bold"/>
                  <a:cs typeface="Arial" panose="020B0604020202020204" pitchFamily="34" charset="0"/>
                  <a:sym typeface="Aileron Bold"/>
                </a:rPr>
                <a:t>PRESENTATION 2026</a:t>
              </a:r>
            </a:p>
          </p:txBody>
        </p:sp>
      </p:grpSp>
      <p:sp>
        <p:nvSpPr>
          <p:cNvPr id="40" name="TextBox 40">
            <a:extLst>
              <a:ext uri="{FF2B5EF4-FFF2-40B4-BE49-F238E27FC236}">
                <a16:creationId xmlns:a16="http://schemas.microsoft.com/office/drawing/2014/main" id="{EEE29F0A-1253-B8CE-E742-41B8B6EB922D}"/>
              </a:ext>
            </a:extLst>
          </p:cNvPr>
          <p:cNvSpPr txBox="1"/>
          <p:nvPr/>
        </p:nvSpPr>
        <p:spPr>
          <a:xfrm>
            <a:off x="854979" y="3645023"/>
            <a:ext cx="1633432" cy="154209"/>
          </a:xfrm>
          <a:prstGeom prst="rect">
            <a:avLst/>
          </a:prstGeom>
        </p:spPr>
        <p:txBody>
          <a:bodyPr lIns="0" tIns="0" rIns="0" bIns="0" rtlCol="0" anchor="t">
            <a:spAutoFit/>
          </a:bodyPr>
          <a:lstStyle/>
          <a:p>
            <a:pPr>
              <a:lnSpc>
                <a:spcPts val="1296"/>
              </a:lnSpc>
            </a:pPr>
            <a:r>
              <a:rPr lang="en-US" sz="1000" dirty="0">
                <a:latin typeface="Arial" panose="020B0604020202020204" pitchFamily="34" charset="0"/>
                <a:ea typeface="Aileron"/>
                <a:cs typeface="Arial" panose="020B0604020202020204" pitchFamily="34" charset="0"/>
                <a:sym typeface="Aileron"/>
              </a:rPr>
              <a:t>Student Name</a:t>
            </a:r>
          </a:p>
        </p:txBody>
      </p:sp>
      <p:sp>
        <p:nvSpPr>
          <p:cNvPr id="42" name="TextBox 42">
            <a:extLst>
              <a:ext uri="{FF2B5EF4-FFF2-40B4-BE49-F238E27FC236}">
                <a16:creationId xmlns:a16="http://schemas.microsoft.com/office/drawing/2014/main" id="{2E9FAC26-1E84-D690-0FD4-B1A364AF40DE}"/>
              </a:ext>
            </a:extLst>
          </p:cNvPr>
          <p:cNvSpPr txBox="1"/>
          <p:nvPr/>
        </p:nvSpPr>
        <p:spPr>
          <a:xfrm>
            <a:off x="800998" y="3815757"/>
            <a:ext cx="2140221" cy="227435"/>
          </a:xfrm>
          <a:prstGeom prst="rect">
            <a:avLst/>
          </a:prstGeom>
        </p:spPr>
        <p:txBody>
          <a:bodyPr wrap="square" lIns="0" tIns="0" rIns="0" bIns="0" rtlCol="0" anchor="t">
            <a:spAutoFit/>
          </a:bodyPr>
          <a:lstStyle/>
          <a:p>
            <a:pPr>
              <a:lnSpc>
                <a:spcPts val="2038"/>
              </a:lnSpc>
            </a:pPr>
            <a:r>
              <a:rPr lang="en-US" sz="1200" b="1" dirty="0">
                <a:solidFill>
                  <a:srgbClr val="0D358D"/>
                </a:solidFill>
                <a:latin typeface="Arial" panose="020B0604020202020204" pitchFamily="34" charset="0"/>
                <a:ea typeface="Aileron Bold"/>
                <a:cs typeface="Arial" panose="020B0604020202020204" pitchFamily="34" charset="0"/>
                <a:sym typeface="Aileron Bold"/>
              </a:rPr>
              <a:t>Barad Vaidehiba </a:t>
            </a:r>
            <a:r>
              <a:rPr lang="en-US" sz="1200" b="1" dirty="0" err="1">
                <a:solidFill>
                  <a:srgbClr val="0D358D"/>
                </a:solidFill>
                <a:latin typeface="Arial" panose="020B0604020202020204" pitchFamily="34" charset="0"/>
                <a:ea typeface="Aileron Bold"/>
                <a:cs typeface="Arial" panose="020B0604020202020204" pitchFamily="34" charset="0"/>
                <a:sym typeface="Aileron Bold"/>
              </a:rPr>
              <a:t>Jaydipsinh</a:t>
            </a:r>
            <a:endParaRPr lang="en-US" sz="1200" b="1" dirty="0">
              <a:solidFill>
                <a:srgbClr val="0D358D"/>
              </a:solidFill>
              <a:latin typeface="Arial" panose="020B0604020202020204" pitchFamily="34" charset="0"/>
              <a:ea typeface="Aileron Bold"/>
              <a:cs typeface="Arial" panose="020B0604020202020204" pitchFamily="34" charset="0"/>
              <a:sym typeface="Aileron Bold"/>
            </a:endParaRPr>
          </a:p>
        </p:txBody>
      </p:sp>
      <p:pic>
        <p:nvPicPr>
          <p:cNvPr id="50" name="Picture 49" descr="A blue circle with a person and a envelope in it&#10;&#10;AI-generated content may be incorrect.">
            <a:extLst>
              <a:ext uri="{FF2B5EF4-FFF2-40B4-BE49-F238E27FC236}">
                <a16:creationId xmlns:a16="http://schemas.microsoft.com/office/drawing/2014/main" id="{C926F708-70B7-B0DB-A148-0FA2830D925D}"/>
              </a:ext>
            </a:extLst>
          </p:cNvPr>
          <p:cNvPicPr>
            <a:picLocks noChangeAspect="1"/>
          </p:cNvPicPr>
          <p:nvPr/>
        </p:nvPicPr>
        <p:blipFill>
          <a:blip r:embed="rId5"/>
          <a:srcRect l="26757" t="2453" r="27842" b="53701"/>
          <a:stretch>
            <a:fillRect/>
          </a:stretch>
        </p:blipFill>
        <p:spPr>
          <a:xfrm>
            <a:off x="429808" y="3639905"/>
            <a:ext cx="395331" cy="381795"/>
          </a:xfrm>
          <a:prstGeom prst="rect">
            <a:avLst/>
          </a:prstGeom>
        </p:spPr>
      </p:pic>
      <p:sp>
        <p:nvSpPr>
          <p:cNvPr id="41" name="TextBox 41">
            <a:extLst>
              <a:ext uri="{FF2B5EF4-FFF2-40B4-BE49-F238E27FC236}">
                <a16:creationId xmlns:a16="http://schemas.microsoft.com/office/drawing/2014/main" id="{3403BDBE-05E2-50C5-0F55-4F0483352E2C}"/>
              </a:ext>
            </a:extLst>
          </p:cNvPr>
          <p:cNvSpPr txBox="1"/>
          <p:nvPr/>
        </p:nvSpPr>
        <p:spPr>
          <a:xfrm>
            <a:off x="3176086" y="3642226"/>
            <a:ext cx="1809978" cy="154209"/>
          </a:xfrm>
          <a:prstGeom prst="rect">
            <a:avLst/>
          </a:prstGeom>
        </p:spPr>
        <p:txBody>
          <a:bodyPr lIns="0" tIns="0" rIns="0" bIns="0" rtlCol="0" anchor="t">
            <a:spAutoFit/>
          </a:bodyPr>
          <a:lstStyle/>
          <a:p>
            <a:pPr>
              <a:lnSpc>
                <a:spcPts val="1296"/>
              </a:lnSpc>
            </a:pPr>
            <a:r>
              <a:rPr lang="en-US" sz="1000" dirty="0">
                <a:latin typeface="Arial" panose="020B0604020202020204" pitchFamily="34" charset="0"/>
                <a:ea typeface="Aileron"/>
                <a:cs typeface="Arial" panose="020B0604020202020204" pitchFamily="34" charset="0"/>
                <a:sym typeface="Aileron"/>
              </a:rPr>
              <a:t>Student Email</a:t>
            </a:r>
          </a:p>
        </p:txBody>
      </p:sp>
      <p:sp>
        <p:nvSpPr>
          <p:cNvPr id="43" name="TextBox 43">
            <a:extLst>
              <a:ext uri="{FF2B5EF4-FFF2-40B4-BE49-F238E27FC236}">
                <a16:creationId xmlns:a16="http://schemas.microsoft.com/office/drawing/2014/main" id="{B84F91E2-C42E-10B3-A03A-88AA58AF1258}"/>
              </a:ext>
            </a:extLst>
          </p:cNvPr>
          <p:cNvSpPr txBox="1"/>
          <p:nvPr/>
        </p:nvSpPr>
        <p:spPr>
          <a:xfrm>
            <a:off x="3176086" y="3803810"/>
            <a:ext cx="2544411" cy="483915"/>
          </a:xfrm>
          <a:prstGeom prst="rect">
            <a:avLst/>
          </a:prstGeom>
        </p:spPr>
        <p:txBody>
          <a:bodyPr wrap="square" lIns="0" tIns="0" rIns="0" bIns="0" rtlCol="0" anchor="t">
            <a:spAutoFit/>
          </a:bodyPr>
          <a:lstStyle/>
          <a:p>
            <a:pPr>
              <a:lnSpc>
                <a:spcPts val="2038"/>
              </a:lnSpc>
            </a:pPr>
            <a:r>
              <a:rPr lang="en-US" sz="1200" b="1" dirty="0">
                <a:solidFill>
                  <a:srgbClr val="0D358D"/>
                </a:solidFill>
                <a:latin typeface="Arial" panose="020B0604020202020204" pitchFamily="34" charset="0"/>
                <a:ea typeface="Aileron Bold"/>
                <a:cs typeface="Arial" panose="020B0604020202020204" pitchFamily="34" charset="0"/>
                <a:sym typeface="Aileron Bold"/>
                <a:hlinkClick r:id="rId6"/>
              </a:rPr>
              <a:t>jaydipsinhbarad459@gmail.com</a:t>
            </a:r>
            <a:endParaRPr lang="en-US" sz="1200" b="1" dirty="0">
              <a:solidFill>
                <a:srgbClr val="0D358D"/>
              </a:solidFill>
              <a:latin typeface="Arial" panose="020B0604020202020204" pitchFamily="34" charset="0"/>
              <a:ea typeface="Aileron Bold"/>
              <a:cs typeface="Arial" panose="020B0604020202020204" pitchFamily="34" charset="0"/>
              <a:sym typeface="Aileron Bold"/>
            </a:endParaRPr>
          </a:p>
          <a:p>
            <a:pPr>
              <a:lnSpc>
                <a:spcPts val="2038"/>
              </a:lnSpc>
            </a:pPr>
            <a:r>
              <a:rPr lang="en-US" sz="1200" b="1" dirty="0">
                <a:solidFill>
                  <a:srgbClr val="0D358D"/>
                </a:solidFill>
                <a:latin typeface="Arial" panose="020B0604020202020204" pitchFamily="34" charset="0"/>
                <a:ea typeface="Aileron Bold"/>
                <a:cs typeface="Arial" panose="020B0604020202020204" pitchFamily="34" charset="0"/>
                <a:sym typeface="Aileron Bold"/>
              </a:rPr>
              <a:t>&amp; vaidehibabarad459@gmail.com</a:t>
            </a:r>
          </a:p>
        </p:txBody>
      </p:sp>
      <p:pic>
        <p:nvPicPr>
          <p:cNvPr id="51" name="Picture 50" descr="A blue circle with a person and a envelope in it&#10;&#10;AI-generated content may be incorrect.">
            <a:extLst>
              <a:ext uri="{FF2B5EF4-FFF2-40B4-BE49-F238E27FC236}">
                <a16:creationId xmlns:a16="http://schemas.microsoft.com/office/drawing/2014/main" id="{EC8FEF14-C75E-1155-0600-B4343B3F57F8}"/>
              </a:ext>
            </a:extLst>
          </p:cNvPr>
          <p:cNvPicPr>
            <a:picLocks noChangeAspect="1"/>
          </p:cNvPicPr>
          <p:nvPr/>
        </p:nvPicPr>
        <p:blipFill>
          <a:blip r:embed="rId5"/>
          <a:srcRect l="26859" t="52379" r="26874" b="2349"/>
          <a:stretch>
            <a:fillRect/>
          </a:stretch>
        </p:blipFill>
        <p:spPr>
          <a:xfrm>
            <a:off x="2747249" y="3631981"/>
            <a:ext cx="398279" cy="389719"/>
          </a:xfrm>
          <a:prstGeom prst="rect">
            <a:avLst/>
          </a:prstGeom>
        </p:spPr>
      </p:pic>
      <p:grpSp>
        <p:nvGrpSpPr>
          <p:cNvPr id="66" name="Group 65">
            <a:extLst>
              <a:ext uri="{FF2B5EF4-FFF2-40B4-BE49-F238E27FC236}">
                <a16:creationId xmlns:a16="http://schemas.microsoft.com/office/drawing/2014/main" id="{658A7A12-122B-4A3C-11D3-C4D8BF732077}"/>
              </a:ext>
            </a:extLst>
          </p:cNvPr>
          <p:cNvGrpSpPr/>
          <p:nvPr/>
        </p:nvGrpSpPr>
        <p:grpSpPr>
          <a:xfrm>
            <a:off x="860459" y="4337076"/>
            <a:ext cx="2272871" cy="389019"/>
            <a:chOff x="3139699" y="4295282"/>
            <a:chExt cx="2272871" cy="389019"/>
          </a:xfrm>
        </p:grpSpPr>
        <p:sp>
          <p:nvSpPr>
            <p:cNvPr id="67" name="TextBox 41">
              <a:extLst>
                <a:ext uri="{FF2B5EF4-FFF2-40B4-BE49-F238E27FC236}">
                  <a16:creationId xmlns:a16="http://schemas.microsoft.com/office/drawing/2014/main" id="{5FE6F280-D970-382B-5260-25E219F86722}"/>
                </a:ext>
              </a:extLst>
            </p:cNvPr>
            <p:cNvSpPr txBox="1"/>
            <p:nvPr/>
          </p:nvSpPr>
          <p:spPr>
            <a:xfrm>
              <a:off x="3139699" y="4295282"/>
              <a:ext cx="1809978" cy="158890"/>
            </a:xfrm>
            <a:prstGeom prst="rect">
              <a:avLst/>
            </a:prstGeom>
          </p:spPr>
          <p:txBody>
            <a:bodyPr lIns="0" tIns="0" rIns="0" bIns="0" rtlCol="0" anchor="t">
              <a:spAutoFit/>
            </a:bodyPr>
            <a:lstStyle/>
            <a:p>
              <a:pPr>
                <a:lnSpc>
                  <a:spcPts val="1296"/>
                </a:lnSpc>
              </a:pPr>
              <a:r>
                <a:rPr lang="en-US" sz="1000" dirty="0">
                  <a:latin typeface="Arial" panose="020B0604020202020204" pitchFamily="34" charset="0"/>
                  <a:ea typeface="Aileron"/>
                  <a:cs typeface="Arial" panose="020B0604020202020204" pitchFamily="34" charset="0"/>
                  <a:sym typeface="Aileron"/>
                </a:rPr>
                <a:t>Mentor Name</a:t>
              </a:r>
            </a:p>
          </p:txBody>
        </p:sp>
        <p:sp>
          <p:nvSpPr>
            <p:cNvPr id="68" name="TextBox 43">
              <a:extLst>
                <a:ext uri="{FF2B5EF4-FFF2-40B4-BE49-F238E27FC236}">
                  <a16:creationId xmlns:a16="http://schemas.microsoft.com/office/drawing/2014/main" id="{A541DFB6-306C-CD3E-24BD-6D7131F87B73}"/>
                </a:ext>
              </a:extLst>
            </p:cNvPr>
            <p:cNvSpPr txBox="1"/>
            <p:nvPr/>
          </p:nvSpPr>
          <p:spPr>
            <a:xfrm>
              <a:off x="3139699" y="4456866"/>
              <a:ext cx="2272871" cy="227435"/>
            </a:xfrm>
            <a:prstGeom prst="rect">
              <a:avLst/>
            </a:prstGeom>
          </p:spPr>
          <p:txBody>
            <a:bodyPr lIns="0" tIns="0" rIns="0" bIns="0" rtlCol="0" anchor="t">
              <a:spAutoFit/>
            </a:bodyPr>
            <a:lstStyle/>
            <a:p>
              <a:pPr>
                <a:lnSpc>
                  <a:spcPts val="2038"/>
                </a:lnSpc>
              </a:pPr>
              <a:r>
                <a:rPr lang="en-US" sz="1200" b="1" dirty="0">
                  <a:solidFill>
                    <a:srgbClr val="0D358D"/>
                  </a:solidFill>
                  <a:latin typeface="Arial" panose="020B0604020202020204" pitchFamily="34" charset="0"/>
                  <a:ea typeface="Aileron Bold"/>
                  <a:cs typeface="Arial" panose="020B0604020202020204" pitchFamily="34" charset="0"/>
                  <a:sym typeface="Aileron Bold"/>
                </a:rPr>
                <a:t>Umamaheshwari mam</a:t>
              </a:r>
            </a:p>
          </p:txBody>
        </p:sp>
      </p:grpSp>
      <p:pic>
        <p:nvPicPr>
          <p:cNvPr id="71" name="Picture 70">
            <a:extLst>
              <a:ext uri="{FF2B5EF4-FFF2-40B4-BE49-F238E27FC236}">
                <a16:creationId xmlns:a16="http://schemas.microsoft.com/office/drawing/2014/main" id="{4094A52A-31D4-B030-C8BD-9B0ACB0083EC}"/>
              </a:ext>
            </a:extLst>
          </p:cNvPr>
          <p:cNvPicPr>
            <a:picLocks noChangeAspect="1"/>
          </p:cNvPicPr>
          <p:nvPr/>
        </p:nvPicPr>
        <p:blipFill>
          <a:blip r:embed="rId7"/>
          <a:srcRect l="28109" t="6546" r="28551" b="49509"/>
          <a:stretch>
            <a:fillRect/>
          </a:stretch>
        </p:blipFill>
        <p:spPr>
          <a:xfrm>
            <a:off x="447718" y="4346948"/>
            <a:ext cx="375815" cy="381063"/>
          </a:xfrm>
          <a:prstGeom prst="rect">
            <a:avLst/>
          </a:prstGeom>
        </p:spPr>
      </p:pic>
      <p:grpSp>
        <p:nvGrpSpPr>
          <p:cNvPr id="49" name="Group 48">
            <a:extLst>
              <a:ext uri="{FF2B5EF4-FFF2-40B4-BE49-F238E27FC236}">
                <a16:creationId xmlns:a16="http://schemas.microsoft.com/office/drawing/2014/main" id="{18150B14-0B49-9E22-C961-786A40F27A84}"/>
              </a:ext>
            </a:extLst>
          </p:cNvPr>
          <p:cNvGrpSpPr/>
          <p:nvPr/>
        </p:nvGrpSpPr>
        <p:grpSpPr>
          <a:xfrm>
            <a:off x="640733" y="769747"/>
            <a:ext cx="3051630" cy="258616"/>
            <a:chOff x="1068621" y="826472"/>
            <a:chExt cx="2166264" cy="183584"/>
          </a:xfrm>
        </p:grpSpPr>
        <p:pic>
          <p:nvPicPr>
            <p:cNvPr id="55" name="Picture 54" descr="A blue and black logo&#10;&#10;AI-generated content may be incorrect.">
              <a:extLst>
                <a:ext uri="{FF2B5EF4-FFF2-40B4-BE49-F238E27FC236}">
                  <a16:creationId xmlns:a16="http://schemas.microsoft.com/office/drawing/2014/main" id="{9016EA03-A173-06E1-C2CA-FF7DC65A3637}"/>
                </a:ext>
              </a:extLst>
            </p:cNvPr>
            <p:cNvPicPr>
              <a:picLocks noChangeAspect="1"/>
            </p:cNvPicPr>
            <p:nvPr/>
          </p:nvPicPr>
          <p:blipFill>
            <a:blip r:embed="rId8"/>
            <a:stretch>
              <a:fillRect/>
            </a:stretch>
          </p:blipFill>
          <p:spPr>
            <a:xfrm>
              <a:off x="1068621" y="826472"/>
              <a:ext cx="632879" cy="158848"/>
            </a:xfrm>
            <a:prstGeom prst="rect">
              <a:avLst/>
            </a:prstGeom>
          </p:spPr>
        </p:pic>
        <p:pic>
          <p:nvPicPr>
            <p:cNvPr id="57" name="Picture 56" descr="A close up of a logo&#10;&#10;AI-generated content may be incorrect.">
              <a:extLst>
                <a:ext uri="{FF2B5EF4-FFF2-40B4-BE49-F238E27FC236}">
                  <a16:creationId xmlns:a16="http://schemas.microsoft.com/office/drawing/2014/main" id="{B084208C-F6C2-47AC-3616-A62F69B53173}"/>
                </a:ext>
              </a:extLst>
            </p:cNvPr>
            <p:cNvPicPr>
              <a:picLocks noChangeAspect="1"/>
            </p:cNvPicPr>
            <p:nvPr/>
          </p:nvPicPr>
          <p:blipFill>
            <a:blip r:embed="rId9"/>
            <a:stretch>
              <a:fillRect/>
            </a:stretch>
          </p:blipFill>
          <p:spPr>
            <a:xfrm>
              <a:off x="2670437" y="826472"/>
              <a:ext cx="564448" cy="183584"/>
            </a:xfrm>
            <a:prstGeom prst="rect">
              <a:avLst/>
            </a:prstGeom>
          </p:spPr>
        </p:pic>
      </p:grpSp>
      <p:sp>
        <p:nvSpPr>
          <p:cNvPr id="31" name="Shape 7">
            <a:extLst>
              <a:ext uri="{FF2B5EF4-FFF2-40B4-BE49-F238E27FC236}">
                <a16:creationId xmlns:a16="http://schemas.microsoft.com/office/drawing/2014/main" id="{4DEADC42-07CF-F7CC-6F54-42498EAA37B3}"/>
              </a:ext>
            </a:extLst>
          </p:cNvPr>
          <p:cNvSpPr/>
          <p:nvPr/>
        </p:nvSpPr>
        <p:spPr>
          <a:xfrm rot="18195971">
            <a:off x="5802826" y="2309413"/>
            <a:ext cx="2834640" cy="109728"/>
          </a:xfrm>
          <a:prstGeom prst="rect">
            <a:avLst/>
          </a:prstGeom>
          <a:solidFill>
            <a:srgbClr val="4FC3F7"/>
          </a:solidFill>
          <a:ln/>
        </p:spPr>
        <p:txBody>
          <a:bodyPr/>
          <a:lstStyle/>
          <a:p>
            <a:endParaRPr lang="en-IN"/>
          </a:p>
        </p:txBody>
      </p:sp>
      <p:sp>
        <p:nvSpPr>
          <p:cNvPr id="32" name="Shape 8">
            <a:extLst>
              <a:ext uri="{FF2B5EF4-FFF2-40B4-BE49-F238E27FC236}">
                <a16:creationId xmlns:a16="http://schemas.microsoft.com/office/drawing/2014/main" id="{51B3A474-02DA-6A59-3FFF-434FDDC06A2B}"/>
              </a:ext>
            </a:extLst>
          </p:cNvPr>
          <p:cNvSpPr/>
          <p:nvPr/>
        </p:nvSpPr>
        <p:spPr>
          <a:xfrm rot="18195971">
            <a:off x="6146363" y="2413708"/>
            <a:ext cx="2468880" cy="109728"/>
          </a:xfrm>
          <a:prstGeom prst="rect">
            <a:avLst/>
          </a:prstGeom>
          <a:solidFill>
            <a:srgbClr val="4FC3F7"/>
          </a:solidFill>
          <a:ln/>
        </p:spPr>
        <p:txBody>
          <a:bodyPr/>
          <a:lstStyle/>
          <a:p>
            <a:endParaRPr lang="en-IN"/>
          </a:p>
        </p:txBody>
      </p:sp>
      <p:sp>
        <p:nvSpPr>
          <p:cNvPr id="33" name="Shape 9">
            <a:extLst>
              <a:ext uri="{FF2B5EF4-FFF2-40B4-BE49-F238E27FC236}">
                <a16:creationId xmlns:a16="http://schemas.microsoft.com/office/drawing/2014/main" id="{075C146A-525E-EAB1-2438-92AF6E344C2C}"/>
              </a:ext>
            </a:extLst>
          </p:cNvPr>
          <p:cNvSpPr/>
          <p:nvPr/>
        </p:nvSpPr>
        <p:spPr>
          <a:xfrm rot="18195971">
            <a:off x="6482126" y="2528680"/>
            <a:ext cx="2103120" cy="109728"/>
          </a:xfrm>
          <a:prstGeom prst="rect">
            <a:avLst/>
          </a:prstGeom>
          <a:solidFill>
            <a:srgbClr val="4FC3F7"/>
          </a:solidFill>
          <a:ln/>
        </p:spPr>
        <p:txBody>
          <a:bodyPr/>
          <a:lstStyle/>
          <a:p>
            <a:endParaRPr lang="en-IN"/>
          </a:p>
        </p:txBody>
      </p:sp>
      <p:sp>
        <p:nvSpPr>
          <p:cNvPr id="39" name="Shape 9">
            <a:extLst>
              <a:ext uri="{FF2B5EF4-FFF2-40B4-BE49-F238E27FC236}">
                <a16:creationId xmlns:a16="http://schemas.microsoft.com/office/drawing/2014/main" id="{ED47441A-C600-ACAC-5391-EF118874C98C}"/>
              </a:ext>
            </a:extLst>
          </p:cNvPr>
          <p:cNvSpPr/>
          <p:nvPr/>
        </p:nvSpPr>
        <p:spPr>
          <a:xfrm rot="18195971">
            <a:off x="6735713" y="2647223"/>
            <a:ext cx="1872046" cy="116269"/>
          </a:xfrm>
          <a:prstGeom prst="rect">
            <a:avLst/>
          </a:prstGeom>
          <a:solidFill>
            <a:srgbClr val="4FC3F7"/>
          </a:solidFill>
          <a:ln/>
        </p:spPr>
        <p:txBody>
          <a:bodyPr/>
          <a:lstStyle/>
          <a:p>
            <a:endParaRPr lang="en-IN"/>
          </a:p>
        </p:txBody>
      </p:sp>
      <p:pic>
        <p:nvPicPr>
          <p:cNvPr id="46" name="Picture 45">
            <a:extLst>
              <a:ext uri="{FF2B5EF4-FFF2-40B4-BE49-F238E27FC236}">
                <a16:creationId xmlns:a16="http://schemas.microsoft.com/office/drawing/2014/main" id="{21A2EF52-784B-5BFA-EB88-FB9E7588BFF8}"/>
              </a:ext>
            </a:extLst>
          </p:cNvPr>
          <p:cNvPicPr>
            <a:picLocks noChangeAspect="1"/>
          </p:cNvPicPr>
          <p:nvPr/>
        </p:nvPicPr>
        <p:blipFill>
          <a:blip r:embed="rId10"/>
          <a:srcRect b="19729"/>
          <a:stretch>
            <a:fillRect/>
          </a:stretch>
        </p:blipFill>
        <p:spPr>
          <a:xfrm>
            <a:off x="31957" y="962079"/>
            <a:ext cx="3854253" cy="1849530"/>
          </a:xfrm>
          <a:prstGeom prst="rect">
            <a:avLst/>
          </a:prstGeom>
        </p:spPr>
      </p:pic>
    </p:spTree>
    <p:custDataLst>
      <p:tags r:id="rId1"/>
    </p:custDataLst>
    <p:extLst>
      <p:ext uri="{BB962C8B-B14F-4D97-AF65-F5344CB8AC3E}">
        <p14:creationId xmlns:p14="http://schemas.microsoft.com/office/powerpoint/2010/main" val="1212236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23"/>
                                        </p:tgtEl>
                                        <p:attrNameLst>
                                          <p:attrName>style.visibility</p:attrName>
                                        </p:attrNameLst>
                                      </p:cBhvr>
                                      <p:to>
                                        <p:strVal val="visible"/>
                                      </p:to>
                                    </p:set>
                                    <p:anim calcmode="lin" valueType="num">
                                      <p:cBhvr additive="base">
                                        <p:cTn id="12" dur="500" fill="hold"/>
                                        <p:tgtEl>
                                          <p:spTgt spid="23"/>
                                        </p:tgtEl>
                                        <p:attrNameLst>
                                          <p:attrName>ppt_x</p:attrName>
                                        </p:attrNameLst>
                                      </p:cBhvr>
                                      <p:tavLst>
                                        <p:tav tm="0">
                                          <p:val>
                                            <p:strVal val="#ppt_x"/>
                                          </p:val>
                                        </p:tav>
                                        <p:tav tm="100000">
                                          <p:val>
                                            <p:strVal val="#ppt_x"/>
                                          </p:val>
                                        </p:tav>
                                      </p:tavLst>
                                    </p:anim>
                                    <p:anim calcmode="lin" valueType="num">
                                      <p:cBhvr additive="base">
                                        <p:cTn id="13" dur="500" fill="hold"/>
                                        <p:tgtEl>
                                          <p:spTgt spid="23"/>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nodeType="afterEffect">
                                  <p:stCondLst>
                                    <p:cond delay="0"/>
                                  </p:stCondLst>
                                  <p:childTnLst>
                                    <p:set>
                                      <p:cBhvr>
                                        <p:cTn id="16" dur="1" fill="hold">
                                          <p:stCondLst>
                                            <p:cond delay="0"/>
                                          </p:stCondLst>
                                        </p:cTn>
                                        <p:tgtEl>
                                          <p:spTgt spid="11"/>
                                        </p:tgtEl>
                                        <p:attrNameLst>
                                          <p:attrName>style.visibility</p:attrName>
                                        </p:attrNameLst>
                                      </p:cBhvr>
                                      <p:to>
                                        <p:strVal val="visible"/>
                                      </p:to>
                                    </p:set>
                                    <p:anim calcmode="lin" valueType="num">
                                      <p:cBhvr additive="base">
                                        <p:cTn id="17" dur="500" fill="hold"/>
                                        <p:tgtEl>
                                          <p:spTgt spid="11"/>
                                        </p:tgtEl>
                                        <p:attrNameLst>
                                          <p:attrName>ppt_x</p:attrName>
                                        </p:attrNameLst>
                                      </p:cBhvr>
                                      <p:tavLst>
                                        <p:tav tm="0">
                                          <p:val>
                                            <p:strVal val="#ppt_x"/>
                                          </p:val>
                                        </p:tav>
                                        <p:tav tm="100000">
                                          <p:val>
                                            <p:strVal val="#ppt_x"/>
                                          </p:val>
                                        </p:tav>
                                      </p:tavLst>
                                    </p:anim>
                                    <p:anim calcmode="lin" valueType="num">
                                      <p:cBhvr additive="base">
                                        <p:cTn id="18" dur="500" fill="hold"/>
                                        <p:tgtEl>
                                          <p:spTgt spid="11"/>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4" fill="hold" nodeType="afterEffect">
                                  <p:stCondLst>
                                    <p:cond delay="0"/>
                                  </p:stCondLst>
                                  <p:childTnLst>
                                    <p:set>
                                      <p:cBhvr>
                                        <p:cTn id="21" dur="1" fill="hold">
                                          <p:stCondLst>
                                            <p:cond delay="0"/>
                                          </p:stCondLst>
                                        </p:cTn>
                                        <p:tgtEl>
                                          <p:spTgt spid="14"/>
                                        </p:tgtEl>
                                        <p:attrNameLst>
                                          <p:attrName>style.visibility</p:attrName>
                                        </p:attrNameLst>
                                      </p:cBhvr>
                                      <p:to>
                                        <p:strVal val="visible"/>
                                      </p:to>
                                    </p:set>
                                    <p:anim calcmode="lin" valueType="num">
                                      <p:cBhvr additive="base">
                                        <p:cTn id="22" dur="500" fill="hold"/>
                                        <p:tgtEl>
                                          <p:spTgt spid="14"/>
                                        </p:tgtEl>
                                        <p:attrNameLst>
                                          <p:attrName>ppt_x</p:attrName>
                                        </p:attrNameLst>
                                      </p:cBhvr>
                                      <p:tavLst>
                                        <p:tav tm="0">
                                          <p:val>
                                            <p:strVal val="#ppt_x"/>
                                          </p:val>
                                        </p:tav>
                                        <p:tav tm="100000">
                                          <p:val>
                                            <p:strVal val="#ppt_x"/>
                                          </p:val>
                                        </p:tav>
                                      </p:tavLst>
                                    </p:anim>
                                    <p:anim calcmode="lin" valueType="num">
                                      <p:cBhvr additive="base">
                                        <p:cTn id="23" dur="500" fill="hold"/>
                                        <p:tgtEl>
                                          <p:spTgt spid="14"/>
                                        </p:tgtEl>
                                        <p:attrNameLst>
                                          <p:attrName>ppt_y</p:attrName>
                                        </p:attrNameLst>
                                      </p:cBhvr>
                                      <p:tavLst>
                                        <p:tav tm="0">
                                          <p:val>
                                            <p:strVal val="1+#ppt_h/2"/>
                                          </p:val>
                                        </p:tav>
                                        <p:tav tm="100000">
                                          <p:val>
                                            <p:strVal val="#ppt_y"/>
                                          </p:val>
                                        </p:tav>
                                      </p:tavLst>
                                    </p:anim>
                                  </p:childTnLst>
                                </p:cTn>
                              </p:par>
                            </p:childTnLst>
                          </p:cTn>
                        </p:par>
                        <p:par>
                          <p:cTn id="24" fill="hold">
                            <p:stCondLst>
                              <p:cond delay="2000"/>
                            </p:stCondLst>
                            <p:childTnLst>
                              <p:par>
                                <p:cTn id="25" presetID="2" presetClass="entr" presetSubtype="4" fill="hold" nodeType="afterEffect">
                                  <p:stCondLst>
                                    <p:cond delay="0"/>
                                  </p:stCondLst>
                                  <p:childTnLst>
                                    <p:set>
                                      <p:cBhvr>
                                        <p:cTn id="26" dur="1" fill="hold">
                                          <p:stCondLst>
                                            <p:cond delay="0"/>
                                          </p:stCondLst>
                                        </p:cTn>
                                        <p:tgtEl>
                                          <p:spTgt spid="17"/>
                                        </p:tgtEl>
                                        <p:attrNameLst>
                                          <p:attrName>style.visibility</p:attrName>
                                        </p:attrNameLst>
                                      </p:cBhvr>
                                      <p:to>
                                        <p:strVal val="visible"/>
                                      </p:to>
                                    </p:set>
                                    <p:anim calcmode="lin" valueType="num">
                                      <p:cBhvr additive="base">
                                        <p:cTn id="27" dur="500" fill="hold"/>
                                        <p:tgtEl>
                                          <p:spTgt spid="17"/>
                                        </p:tgtEl>
                                        <p:attrNameLst>
                                          <p:attrName>ppt_x</p:attrName>
                                        </p:attrNameLst>
                                      </p:cBhvr>
                                      <p:tavLst>
                                        <p:tav tm="0">
                                          <p:val>
                                            <p:strVal val="#ppt_x"/>
                                          </p:val>
                                        </p:tav>
                                        <p:tav tm="100000">
                                          <p:val>
                                            <p:strVal val="#ppt_x"/>
                                          </p:val>
                                        </p:tav>
                                      </p:tavLst>
                                    </p:anim>
                                    <p:anim calcmode="lin" valueType="num">
                                      <p:cBhvr additive="base">
                                        <p:cTn id="28" dur="500" fill="hold"/>
                                        <p:tgtEl>
                                          <p:spTgt spid="17"/>
                                        </p:tgtEl>
                                        <p:attrNameLst>
                                          <p:attrName>ppt_y</p:attrName>
                                        </p:attrNameLst>
                                      </p:cBhvr>
                                      <p:tavLst>
                                        <p:tav tm="0">
                                          <p:val>
                                            <p:strVal val="1+#ppt_h/2"/>
                                          </p:val>
                                        </p:tav>
                                        <p:tav tm="100000">
                                          <p:val>
                                            <p:strVal val="#ppt_y"/>
                                          </p:val>
                                        </p:tav>
                                      </p:tavLst>
                                    </p:anim>
                                  </p:childTnLst>
                                </p:cTn>
                              </p:par>
                            </p:childTnLst>
                          </p:cTn>
                        </p:par>
                        <p:par>
                          <p:cTn id="29" fill="hold">
                            <p:stCondLst>
                              <p:cond delay="2500"/>
                            </p:stCondLst>
                            <p:childTnLst>
                              <p:par>
                                <p:cTn id="30" presetID="2" presetClass="entr" presetSubtype="4" fill="hold" nodeType="afterEffect">
                                  <p:stCondLst>
                                    <p:cond delay="0"/>
                                  </p:stCondLst>
                                  <p:childTnLst>
                                    <p:set>
                                      <p:cBhvr>
                                        <p:cTn id="31" dur="1" fill="hold">
                                          <p:stCondLst>
                                            <p:cond delay="0"/>
                                          </p:stCondLst>
                                        </p:cTn>
                                        <p:tgtEl>
                                          <p:spTgt spid="20"/>
                                        </p:tgtEl>
                                        <p:attrNameLst>
                                          <p:attrName>style.visibility</p:attrName>
                                        </p:attrNameLst>
                                      </p:cBhvr>
                                      <p:to>
                                        <p:strVal val="visible"/>
                                      </p:to>
                                    </p:set>
                                    <p:anim calcmode="lin" valueType="num">
                                      <p:cBhvr additive="base">
                                        <p:cTn id="32" dur="500" fill="hold"/>
                                        <p:tgtEl>
                                          <p:spTgt spid="20"/>
                                        </p:tgtEl>
                                        <p:attrNameLst>
                                          <p:attrName>ppt_x</p:attrName>
                                        </p:attrNameLst>
                                      </p:cBhvr>
                                      <p:tavLst>
                                        <p:tav tm="0">
                                          <p:val>
                                            <p:strVal val="#ppt_x"/>
                                          </p:val>
                                        </p:tav>
                                        <p:tav tm="100000">
                                          <p:val>
                                            <p:strVal val="#ppt_x"/>
                                          </p:val>
                                        </p:tav>
                                      </p:tavLst>
                                    </p:anim>
                                    <p:anim calcmode="lin" valueType="num">
                                      <p:cBhvr additive="base">
                                        <p:cTn id="33" dur="500" fill="hold"/>
                                        <p:tgtEl>
                                          <p:spTgt spid="20"/>
                                        </p:tgtEl>
                                        <p:attrNameLst>
                                          <p:attrName>ppt_y</p:attrName>
                                        </p:attrNameLst>
                                      </p:cBhvr>
                                      <p:tavLst>
                                        <p:tav tm="0">
                                          <p:val>
                                            <p:strVal val="1+#ppt_h/2"/>
                                          </p:val>
                                        </p:tav>
                                        <p:tav tm="100000">
                                          <p:val>
                                            <p:strVal val="#ppt_y"/>
                                          </p:val>
                                        </p:tav>
                                      </p:tavLst>
                                    </p:anim>
                                  </p:childTnLst>
                                </p:cTn>
                              </p:par>
                            </p:childTnLst>
                          </p:cTn>
                        </p:par>
                        <p:par>
                          <p:cTn id="34" fill="hold">
                            <p:stCondLst>
                              <p:cond delay="3000"/>
                            </p:stCondLst>
                            <p:childTnLst>
                              <p:par>
                                <p:cTn id="35" presetID="2" presetClass="entr" presetSubtype="4" fill="hold" grpId="0" nodeType="afterEffect">
                                  <p:stCondLst>
                                    <p:cond delay="0"/>
                                  </p:stCondLst>
                                  <p:childTnLst>
                                    <p:set>
                                      <p:cBhvr>
                                        <p:cTn id="36" dur="1" fill="hold">
                                          <p:stCondLst>
                                            <p:cond delay="0"/>
                                          </p:stCondLst>
                                        </p:cTn>
                                        <p:tgtEl>
                                          <p:spTgt spid="39"/>
                                        </p:tgtEl>
                                        <p:attrNameLst>
                                          <p:attrName>style.visibility</p:attrName>
                                        </p:attrNameLst>
                                      </p:cBhvr>
                                      <p:to>
                                        <p:strVal val="visible"/>
                                      </p:to>
                                    </p:set>
                                    <p:anim calcmode="lin" valueType="num">
                                      <p:cBhvr additive="base">
                                        <p:cTn id="37" dur="500" fill="hold"/>
                                        <p:tgtEl>
                                          <p:spTgt spid="39"/>
                                        </p:tgtEl>
                                        <p:attrNameLst>
                                          <p:attrName>ppt_x</p:attrName>
                                        </p:attrNameLst>
                                      </p:cBhvr>
                                      <p:tavLst>
                                        <p:tav tm="0">
                                          <p:val>
                                            <p:strVal val="#ppt_x"/>
                                          </p:val>
                                        </p:tav>
                                        <p:tav tm="100000">
                                          <p:val>
                                            <p:strVal val="#ppt_x"/>
                                          </p:val>
                                        </p:tav>
                                      </p:tavLst>
                                    </p:anim>
                                    <p:anim calcmode="lin" valueType="num">
                                      <p:cBhvr additive="base">
                                        <p:cTn id="38" dur="500" fill="hold"/>
                                        <p:tgtEl>
                                          <p:spTgt spid="39"/>
                                        </p:tgtEl>
                                        <p:attrNameLst>
                                          <p:attrName>ppt_y</p:attrName>
                                        </p:attrNameLst>
                                      </p:cBhvr>
                                      <p:tavLst>
                                        <p:tav tm="0">
                                          <p:val>
                                            <p:strVal val="1+#ppt_h/2"/>
                                          </p:val>
                                        </p:tav>
                                        <p:tav tm="100000">
                                          <p:val>
                                            <p:strVal val="#ppt_y"/>
                                          </p:val>
                                        </p:tav>
                                      </p:tavLst>
                                    </p:anim>
                                  </p:childTnLst>
                                </p:cTn>
                              </p:par>
                            </p:childTnLst>
                          </p:cTn>
                        </p:par>
                        <p:par>
                          <p:cTn id="39" fill="hold">
                            <p:stCondLst>
                              <p:cond delay="3500"/>
                            </p:stCondLst>
                            <p:childTnLst>
                              <p:par>
                                <p:cTn id="40" presetID="2" presetClass="entr" presetSubtype="4" fill="hold" grpId="0" nodeType="afterEffect">
                                  <p:stCondLst>
                                    <p:cond delay="0"/>
                                  </p:stCondLst>
                                  <p:childTnLst>
                                    <p:set>
                                      <p:cBhvr>
                                        <p:cTn id="41" dur="1" fill="hold">
                                          <p:stCondLst>
                                            <p:cond delay="0"/>
                                          </p:stCondLst>
                                        </p:cTn>
                                        <p:tgtEl>
                                          <p:spTgt spid="33"/>
                                        </p:tgtEl>
                                        <p:attrNameLst>
                                          <p:attrName>style.visibility</p:attrName>
                                        </p:attrNameLst>
                                      </p:cBhvr>
                                      <p:to>
                                        <p:strVal val="visible"/>
                                      </p:to>
                                    </p:set>
                                    <p:anim calcmode="lin" valueType="num">
                                      <p:cBhvr additive="base">
                                        <p:cTn id="42" dur="500" fill="hold"/>
                                        <p:tgtEl>
                                          <p:spTgt spid="33"/>
                                        </p:tgtEl>
                                        <p:attrNameLst>
                                          <p:attrName>ppt_x</p:attrName>
                                        </p:attrNameLst>
                                      </p:cBhvr>
                                      <p:tavLst>
                                        <p:tav tm="0">
                                          <p:val>
                                            <p:strVal val="#ppt_x"/>
                                          </p:val>
                                        </p:tav>
                                        <p:tav tm="100000">
                                          <p:val>
                                            <p:strVal val="#ppt_x"/>
                                          </p:val>
                                        </p:tav>
                                      </p:tavLst>
                                    </p:anim>
                                    <p:anim calcmode="lin" valueType="num">
                                      <p:cBhvr additive="base">
                                        <p:cTn id="43" dur="500" fill="hold"/>
                                        <p:tgtEl>
                                          <p:spTgt spid="33"/>
                                        </p:tgtEl>
                                        <p:attrNameLst>
                                          <p:attrName>ppt_y</p:attrName>
                                        </p:attrNameLst>
                                      </p:cBhvr>
                                      <p:tavLst>
                                        <p:tav tm="0">
                                          <p:val>
                                            <p:strVal val="1+#ppt_h/2"/>
                                          </p:val>
                                        </p:tav>
                                        <p:tav tm="100000">
                                          <p:val>
                                            <p:strVal val="#ppt_y"/>
                                          </p:val>
                                        </p:tav>
                                      </p:tavLst>
                                    </p:anim>
                                  </p:childTnLst>
                                </p:cTn>
                              </p:par>
                            </p:childTnLst>
                          </p:cTn>
                        </p:par>
                        <p:par>
                          <p:cTn id="44" fill="hold">
                            <p:stCondLst>
                              <p:cond delay="4000"/>
                            </p:stCondLst>
                            <p:childTnLst>
                              <p:par>
                                <p:cTn id="45" presetID="2" presetClass="entr" presetSubtype="4" fill="hold" grpId="0" nodeType="afterEffect">
                                  <p:stCondLst>
                                    <p:cond delay="0"/>
                                  </p:stCondLst>
                                  <p:childTnLst>
                                    <p:set>
                                      <p:cBhvr>
                                        <p:cTn id="46" dur="1" fill="hold">
                                          <p:stCondLst>
                                            <p:cond delay="0"/>
                                          </p:stCondLst>
                                        </p:cTn>
                                        <p:tgtEl>
                                          <p:spTgt spid="32"/>
                                        </p:tgtEl>
                                        <p:attrNameLst>
                                          <p:attrName>style.visibility</p:attrName>
                                        </p:attrNameLst>
                                      </p:cBhvr>
                                      <p:to>
                                        <p:strVal val="visible"/>
                                      </p:to>
                                    </p:set>
                                    <p:anim calcmode="lin" valueType="num">
                                      <p:cBhvr additive="base">
                                        <p:cTn id="47" dur="500" fill="hold"/>
                                        <p:tgtEl>
                                          <p:spTgt spid="32"/>
                                        </p:tgtEl>
                                        <p:attrNameLst>
                                          <p:attrName>ppt_x</p:attrName>
                                        </p:attrNameLst>
                                      </p:cBhvr>
                                      <p:tavLst>
                                        <p:tav tm="0">
                                          <p:val>
                                            <p:strVal val="#ppt_x"/>
                                          </p:val>
                                        </p:tav>
                                        <p:tav tm="100000">
                                          <p:val>
                                            <p:strVal val="#ppt_x"/>
                                          </p:val>
                                        </p:tav>
                                      </p:tavLst>
                                    </p:anim>
                                    <p:anim calcmode="lin" valueType="num">
                                      <p:cBhvr additive="base">
                                        <p:cTn id="48" dur="500" fill="hold"/>
                                        <p:tgtEl>
                                          <p:spTgt spid="32"/>
                                        </p:tgtEl>
                                        <p:attrNameLst>
                                          <p:attrName>ppt_y</p:attrName>
                                        </p:attrNameLst>
                                      </p:cBhvr>
                                      <p:tavLst>
                                        <p:tav tm="0">
                                          <p:val>
                                            <p:strVal val="1+#ppt_h/2"/>
                                          </p:val>
                                        </p:tav>
                                        <p:tav tm="100000">
                                          <p:val>
                                            <p:strVal val="#ppt_y"/>
                                          </p:val>
                                        </p:tav>
                                      </p:tavLst>
                                    </p:anim>
                                  </p:childTnLst>
                                </p:cTn>
                              </p:par>
                            </p:childTnLst>
                          </p:cTn>
                        </p:par>
                        <p:par>
                          <p:cTn id="49" fill="hold">
                            <p:stCondLst>
                              <p:cond delay="4500"/>
                            </p:stCondLst>
                            <p:childTnLst>
                              <p:par>
                                <p:cTn id="50" presetID="2" presetClass="entr" presetSubtype="4" fill="hold" grpId="0" nodeType="afterEffect">
                                  <p:stCondLst>
                                    <p:cond delay="0"/>
                                  </p:stCondLst>
                                  <p:childTnLst>
                                    <p:set>
                                      <p:cBhvr>
                                        <p:cTn id="51" dur="1" fill="hold">
                                          <p:stCondLst>
                                            <p:cond delay="0"/>
                                          </p:stCondLst>
                                        </p:cTn>
                                        <p:tgtEl>
                                          <p:spTgt spid="31"/>
                                        </p:tgtEl>
                                        <p:attrNameLst>
                                          <p:attrName>style.visibility</p:attrName>
                                        </p:attrNameLst>
                                      </p:cBhvr>
                                      <p:to>
                                        <p:strVal val="visible"/>
                                      </p:to>
                                    </p:set>
                                    <p:anim calcmode="lin" valueType="num">
                                      <p:cBhvr additive="base">
                                        <p:cTn id="52" dur="500" fill="hold"/>
                                        <p:tgtEl>
                                          <p:spTgt spid="31"/>
                                        </p:tgtEl>
                                        <p:attrNameLst>
                                          <p:attrName>ppt_x</p:attrName>
                                        </p:attrNameLst>
                                      </p:cBhvr>
                                      <p:tavLst>
                                        <p:tav tm="0">
                                          <p:val>
                                            <p:strVal val="#ppt_x"/>
                                          </p:val>
                                        </p:tav>
                                        <p:tav tm="100000">
                                          <p:val>
                                            <p:strVal val="#ppt_x"/>
                                          </p:val>
                                        </p:tav>
                                      </p:tavLst>
                                    </p:anim>
                                    <p:anim calcmode="lin" valueType="num">
                                      <p:cBhvr additive="base">
                                        <p:cTn id="53" dur="500" fill="hold"/>
                                        <p:tgtEl>
                                          <p:spTgt spid="31"/>
                                        </p:tgtEl>
                                        <p:attrNameLst>
                                          <p:attrName>ppt_y</p:attrName>
                                        </p:attrNameLst>
                                      </p:cBhvr>
                                      <p:tavLst>
                                        <p:tav tm="0">
                                          <p:val>
                                            <p:strVal val="1+#ppt_h/2"/>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2" presetClass="entr" presetSubtype="4" fill="hold" grpId="0" nodeType="clickEffect">
                                  <p:stCondLst>
                                    <p:cond delay="0"/>
                                  </p:stCondLst>
                                  <p:childTnLst>
                                    <p:set>
                                      <p:cBhvr>
                                        <p:cTn id="57" dur="1" fill="hold">
                                          <p:stCondLst>
                                            <p:cond delay="0"/>
                                          </p:stCondLst>
                                        </p:cTn>
                                        <p:tgtEl>
                                          <p:spTgt spid="75"/>
                                        </p:tgtEl>
                                        <p:attrNameLst>
                                          <p:attrName>style.visibility</p:attrName>
                                        </p:attrNameLst>
                                      </p:cBhvr>
                                      <p:to>
                                        <p:strVal val="visible"/>
                                      </p:to>
                                    </p:set>
                                    <p:anim calcmode="lin" valueType="num">
                                      <p:cBhvr additive="base">
                                        <p:cTn id="58" dur="500" fill="hold"/>
                                        <p:tgtEl>
                                          <p:spTgt spid="75"/>
                                        </p:tgtEl>
                                        <p:attrNameLst>
                                          <p:attrName>ppt_x</p:attrName>
                                        </p:attrNameLst>
                                      </p:cBhvr>
                                      <p:tavLst>
                                        <p:tav tm="0">
                                          <p:val>
                                            <p:strVal val="#ppt_x"/>
                                          </p:val>
                                        </p:tav>
                                        <p:tav tm="100000">
                                          <p:val>
                                            <p:strVal val="#ppt_x"/>
                                          </p:val>
                                        </p:tav>
                                      </p:tavLst>
                                    </p:anim>
                                    <p:anim calcmode="lin" valueType="num">
                                      <p:cBhvr additive="base">
                                        <p:cTn id="59" dur="500" fill="hold"/>
                                        <p:tgtEl>
                                          <p:spTgt spid="75"/>
                                        </p:tgtEl>
                                        <p:attrNameLst>
                                          <p:attrName>ppt_y</p:attrName>
                                        </p:attrNameLst>
                                      </p:cBhvr>
                                      <p:tavLst>
                                        <p:tav tm="0">
                                          <p:val>
                                            <p:strVal val="1+#ppt_h/2"/>
                                          </p:val>
                                        </p:tav>
                                        <p:tav tm="100000">
                                          <p:val>
                                            <p:strVal val="#ppt_y"/>
                                          </p:val>
                                        </p:tav>
                                      </p:tavLst>
                                    </p:anim>
                                  </p:childTnLst>
                                </p:cTn>
                              </p:par>
                            </p:childTnLst>
                          </p:cTn>
                        </p:par>
                      </p:childTnLst>
                    </p:cTn>
                  </p:par>
                  <p:par>
                    <p:cTn id="60" fill="hold">
                      <p:stCondLst>
                        <p:cond delay="indefinite"/>
                      </p:stCondLst>
                      <p:childTnLst>
                        <p:par>
                          <p:cTn id="61" fill="hold">
                            <p:stCondLst>
                              <p:cond delay="0"/>
                            </p:stCondLst>
                            <p:childTnLst>
                              <p:par>
                                <p:cTn id="62" presetID="31" presetClass="entr" presetSubtype="0" fill="hold" nodeType="clickEffect">
                                  <p:stCondLst>
                                    <p:cond delay="0"/>
                                  </p:stCondLst>
                                  <p:childTnLst>
                                    <p:set>
                                      <p:cBhvr>
                                        <p:cTn id="63" dur="1" fill="hold">
                                          <p:stCondLst>
                                            <p:cond delay="0"/>
                                          </p:stCondLst>
                                        </p:cTn>
                                        <p:tgtEl>
                                          <p:spTgt spid="49"/>
                                        </p:tgtEl>
                                        <p:attrNameLst>
                                          <p:attrName>style.visibility</p:attrName>
                                        </p:attrNameLst>
                                      </p:cBhvr>
                                      <p:to>
                                        <p:strVal val="visible"/>
                                      </p:to>
                                    </p:set>
                                    <p:anim calcmode="lin" valueType="num">
                                      <p:cBhvr>
                                        <p:cTn id="64" dur="1000" fill="hold"/>
                                        <p:tgtEl>
                                          <p:spTgt spid="49"/>
                                        </p:tgtEl>
                                        <p:attrNameLst>
                                          <p:attrName>ppt_w</p:attrName>
                                        </p:attrNameLst>
                                      </p:cBhvr>
                                      <p:tavLst>
                                        <p:tav tm="0">
                                          <p:val>
                                            <p:fltVal val="0"/>
                                          </p:val>
                                        </p:tav>
                                        <p:tav tm="100000">
                                          <p:val>
                                            <p:strVal val="#ppt_w"/>
                                          </p:val>
                                        </p:tav>
                                      </p:tavLst>
                                    </p:anim>
                                    <p:anim calcmode="lin" valueType="num">
                                      <p:cBhvr>
                                        <p:cTn id="65" dur="1000" fill="hold"/>
                                        <p:tgtEl>
                                          <p:spTgt spid="49"/>
                                        </p:tgtEl>
                                        <p:attrNameLst>
                                          <p:attrName>ppt_h</p:attrName>
                                        </p:attrNameLst>
                                      </p:cBhvr>
                                      <p:tavLst>
                                        <p:tav tm="0">
                                          <p:val>
                                            <p:fltVal val="0"/>
                                          </p:val>
                                        </p:tav>
                                        <p:tav tm="100000">
                                          <p:val>
                                            <p:strVal val="#ppt_h"/>
                                          </p:val>
                                        </p:tav>
                                      </p:tavLst>
                                    </p:anim>
                                    <p:anim calcmode="lin" valueType="num">
                                      <p:cBhvr>
                                        <p:cTn id="66" dur="1000" fill="hold"/>
                                        <p:tgtEl>
                                          <p:spTgt spid="49"/>
                                        </p:tgtEl>
                                        <p:attrNameLst>
                                          <p:attrName>style.rotation</p:attrName>
                                        </p:attrNameLst>
                                      </p:cBhvr>
                                      <p:tavLst>
                                        <p:tav tm="0">
                                          <p:val>
                                            <p:fltVal val="90"/>
                                          </p:val>
                                        </p:tav>
                                        <p:tav tm="100000">
                                          <p:val>
                                            <p:fltVal val="0"/>
                                          </p:val>
                                        </p:tav>
                                      </p:tavLst>
                                    </p:anim>
                                    <p:animEffect transition="in" filter="fade">
                                      <p:cBhvr>
                                        <p:cTn id="67" dur="1000"/>
                                        <p:tgtEl>
                                          <p:spTgt spid="49"/>
                                        </p:tgtEl>
                                      </p:cBhvr>
                                    </p:animEffect>
                                  </p:childTnLst>
                                </p:cTn>
                              </p:par>
                              <p:par>
                                <p:cTn id="68" presetID="31" presetClass="entr" presetSubtype="0" fill="hold" nodeType="withEffect">
                                  <p:stCondLst>
                                    <p:cond delay="0"/>
                                  </p:stCondLst>
                                  <p:childTnLst>
                                    <p:set>
                                      <p:cBhvr>
                                        <p:cTn id="69" dur="1" fill="hold">
                                          <p:stCondLst>
                                            <p:cond delay="0"/>
                                          </p:stCondLst>
                                        </p:cTn>
                                        <p:tgtEl>
                                          <p:spTgt spid="46"/>
                                        </p:tgtEl>
                                        <p:attrNameLst>
                                          <p:attrName>style.visibility</p:attrName>
                                        </p:attrNameLst>
                                      </p:cBhvr>
                                      <p:to>
                                        <p:strVal val="visible"/>
                                      </p:to>
                                    </p:set>
                                    <p:anim calcmode="lin" valueType="num">
                                      <p:cBhvr>
                                        <p:cTn id="70" dur="1000" fill="hold"/>
                                        <p:tgtEl>
                                          <p:spTgt spid="46"/>
                                        </p:tgtEl>
                                        <p:attrNameLst>
                                          <p:attrName>ppt_w</p:attrName>
                                        </p:attrNameLst>
                                      </p:cBhvr>
                                      <p:tavLst>
                                        <p:tav tm="0">
                                          <p:val>
                                            <p:fltVal val="0"/>
                                          </p:val>
                                        </p:tav>
                                        <p:tav tm="100000">
                                          <p:val>
                                            <p:strVal val="#ppt_w"/>
                                          </p:val>
                                        </p:tav>
                                      </p:tavLst>
                                    </p:anim>
                                    <p:anim calcmode="lin" valueType="num">
                                      <p:cBhvr>
                                        <p:cTn id="71" dur="1000" fill="hold"/>
                                        <p:tgtEl>
                                          <p:spTgt spid="46"/>
                                        </p:tgtEl>
                                        <p:attrNameLst>
                                          <p:attrName>ppt_h</p:attrName>
                                        </p:attrNameLst>
                                      </p:cBhvr>
                                      <p:tavLst>
                                        <p:tav tm="0">
                                          <p:val>
                                            <p:fltVal val="0"/>
                                          </p:val>
                                        </p:tav>
                                        <p:tav tm="100000">
                                          <p:val>
                                            <p:strVal val="#ppt_h"/>
                                          </p:val>
                                        </p:tav>
                                      </p:tavLst>
                                    </p:anim>
                                    <p:anim calcmode="lin" valueType="num">
                                      <p:cBhvr>
                                        <p:cTn id="72" dur="1000" fill="hold"/>
                                        <p:tgtEl>
                                          <p:spTgt spid="46"/>
                                        </p:tgtEl>
                                        <p:attrNameLst>
                                          <p:attrName>style.rotation</p:attrName>
                                        </p:attrNameLst>
                                      </p:cBhvr>
                                      <p:tavLst>
                                        <p:tav tm="0">
                                          <p:val>
                                            <p:fltVal val="90"/>
                                          </p:val>
                                        </p:tav>
                                        <p:tav tm="100000">
                                          <p:val>
                                            <p:fltVal val="0"/>
                                          </p:val>
                                        </p:tav>
                                      </p:tavLst>
                                    </p:anim>
                                    <p:animEffect transition="in" filter="fade">
                                      <p:cBhvr>
                                        <p:cTn id="73" dur="1000"/>
                                        <p:tgtEl>
                                          <p:spTgt spid="46"/>
                                        </p:tgtEl>
                                      </p:cBhvr>
                                    </p:animEffect>
                                  </p:childTnLst>
                                </p:cTn>
                              </p:par>
                            </p:childTnLst>
                          </p:cTn>
                        </p:par>
                      </p:childTnLst>
                    </p:cTn>
                  </p:par>
                  <p:par>
                    <p:cTn id="74" fill="hold">
                      <p:stCondLst>
                        <p:cond delay="indefinite"/>
                      </p:stCondLst>
                      <p:childTnLst>
                        <p:par>
                          <p:cTn id="75" fill="hold">
                            <p:stCondLst>
                              <p:cond delay="0"/>
                            </p:stCondLst>
                            <p:childTnLst>
                              <p:par>
                                <p:cTn id="76" presetID="47" presetClass="entr" presetSubtype="0" fill="hold" nodeType="clickEffect">
                                  <p:stCondLst>
                                    <p:cond delay="0"/>
                                  </p:stCondLst>
                                  <p:childTnLst>
                                    <p:set>
                                      <p:cBhvr>
                                        <p:cTn id="77" dur="1" fill="hold">
                                          <p:stCondLst>
                                            <p:cond delay="0"/>
                                          </p:stCondLst>
                                        </p:cTn>
                                        <p:tgtEl>
                                          <p:spTgt spid="47"/>
                                        </p:tgtEl>
                                        <p:attrNameLst>
                                          <p:attrName>style.visibility</p:attrName>
                                        </p:attrNameLst>
                                      </p:cBhvr>
                                      <p:to>
                                        <p:strVal val="visible"/>
                                      </p:to>
                                    </p:set>
                                    <p:animEffect transition="in" filter="fade">
                                      <p:cBhvr>
                                        <p:cTn id="78" dur="1000"/>
                                        <p:tgtEl>
                                          <p:spTgt spid="47"/>
                                        </p:tgtEl>
                                      </p:cBhvr>
                                    </p:animEffect>
                                    <p:anim calcmode="lin" valueType="num">
                                      <p:cBhvr>
                                        <p:cTn id="79" dur="1000" fill="hold"/>
                                        <p:tgtEl>
                                          <p:spTgt spid="47"/>
                                        </p:tgtEl>
                                        <p:attrNameLst>
                                          <p:attrName>ppt_x</p:attrName>
                                        </p:attrNameLst>
                                      </p:cBhvr>
                                      <p:tavLst>
                                        <p:tav tm="0">
                                          <p:val>
                                            <p:strVal val="#ppt_x"/>
                                          </p:val>
                                        </p:tav>
                                        <p:tav tm="100000">
                                          <p:val>
                                            <p:strVal val="#ppt_x"/>
                                          </p:val>
                                        </p:tav>
                                      </p:tavLst>
                                    </p:anim>
                                    <p:anim calcmode="lin" valueType="num">
                                      <p:cBhvr>
                                        <p:cTn id="80" dur="1000" fill="hold"/>
                                        <p:tgtEl>
                                          <p:spTgt spid="47"/>
                                        </p:tgtEl>
                                        <p:attrNameLst>
                                          <p:attrName>ppt_y</p:attrName>
                                        </p:attrNameLst>
                                      </p:cBhvr>
                                      <p:tavLst>
                                        <p:tav tm="0">
                                          <p:val>
                                            <p:strVal val="#ppt_y-.1"/>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10" presetClass="entr" presetSubtype="0" fill="hold" nodeType="clickEffect">
                                  <p:stCondLst>
                                    <p:cond delay="0"/>
                                  </p:stCondLst>
                                  <p:childTnLst>
                                    <p:set>
                                      <p:cBhvr>
                                        <p:cTn id="84" dur="1" fill="hold">
                                          <p:stCondLst>
                                            <p:cond delay="0"/>
                                          </p:stCondLst>
                                        </p:cTn>
                                        <p:tgtEl>
                                          <p:spTgt spid="50"/>
                                        </p:tgtEl>
                                        <p:attrNameLst>
                                          <p:attrName>style.visibility</p:attrName>
                                        </p:attrNameLst>
                                      </p:cBhvr>
                                      <p:to>
                                        <p:strVal val="visible"/>
                                      </p:to>
                                    </p:set>
                                    <p:animEffect transition="in" filter="fade">
                                      <p:cBhvr>
                                        <p:cTn id="85" dur="500"/>
                                        <p:tgtEl>
                                          <p:spTgt spid="50"/>
                                        </p:tgtEl>
                                      </p:cBhvr>
                                    </p:animEffect>
                                  </p:childTnLst>
                                </p:cTn>
                              </p:par>
                            </p:childTnLst>
                          </p:cTn>
                        </p:par>
                      </p:childTnLst>
                    </p:cTn>
                  </p:par>
                  <p:par>
                    <p:cTn id="86" fill="hold">
                      <p:stCondLst>
                        <p:cond delay="indefinite"/>
                      </p:stCondLst>
                      <p:childTnLst>
                        <p:par>
                          <p:cTn id="87" fill="hold">
                            <p:stCondLst>
                              <p:cond delay="0"/>
                            </p:stCondLst>
                            <p:childTnLst>
                              <p:par>
                                <p:cTn id="88" presetID="2" presetClass="entr" presetSubtype="8" fill="hold" grpId="0" nodeType="clickEffect">
                                  <p:stCondLst>
                                    <p:cond delay="0"/>
                                  </p:stCondLst>
                                  <p:childTnLst>
                                    <p:set>
                                      <p:cBhvr>
                                        <p:cTn id="89" dur="1" fill="hold">
                                          <p:stCondLst>
                                            <p:cond delay="0"/>
                                          </p:stCondLst>
                                        </p:cTn>
                                        <p:tgtEl>
                                          <p:spTgt spid="40"/>
                                        </p:tgtEl>
                                        <p:attrNameLst>
                                          <p:attrName>style.visibility</p:attrName>
                                        </p:attrNameLst>
                                      </p:cBhvr>
                                      <p:to>
                                        <p:strVal val="visible"/>
                                      </p:to>
                                    </p:set>
                                    <p:anim calcmode="lin" valueType="num">
                                      <p:cBhvr additive="base">
                                        <p:cTn id="90" dur="500" fill="hold"/>
                                        <p:tgtEl>
                                          <p:spTgt spid="40"/>
                                        </p:tgtEl>
                                        <p:attrNameLst>
                                          <p:attrName>ppt_x</p:attrName>
                                        </p:attrNameLst>
                                      </p:cBhvr>
                                      <p:tavLst>
                                        <p:tav tm="0">
                                          <p:val>
                                            <p:strVal val="0-#ppt_w/2"/>
                                          </p:val>
                                        </p:tav>
                                        <p:tav tm="100000">
                                          <p:val>
                                            <p:strVal val="#ppt_x"/>
                                          </p:val>
                                        </p:tav>
                                      </p:tavLst>
                                    </p:anim>
                                    <p:anim calcmode="lin" valueType="num">
                                      <p:cBhvr additive="base">
                                        <p:cTn id="91" dur="500" fill="hold"/>
                                        <p:tgtEl>
                                          <p:spTgt spid="40"/>
                                        </p:tgtEl>
                                        <p:attrNameLst>
                                          <p:attrName>ppt_y</p:attrName>
                                        </p:attrNameLst>
                                      </p:cBhvr>
                                      <p:tavLst>
                                        <p:tav tm="0">
                                          <p:val>
                                            <p:strVal val="#ppt_y"/>
                                          </p:val>
                                        </p:tav>
                                        <p:tav tm="100000">
                                          <p:val>
                                            <p:strVal val="#ppt_y"/>
                                          </p:val>
                                        </p:tav>
                                      </p:tavLst>
                                    </p:anim>
                                  </p:childTnLst>
                                </p:cTn>
                              </p:par>
                            </p:childTnLst>
                          </p:cTn>
                        </p:par>
                      </p:childTnLst>
                    </p:cTn>
                  </p:par>
                  <p:par>
                    <p:cTn id="92" fill="hold">
                      <p:stCondLst>
                        <p:cond delay="indefinite"/>
                      </p:stCondLst>
                      <p:childTnLst>
                        <p:par>
                          <p:cTn id="93" fill="hold">
                            <p:stCondLst>
                              <p:cond delay="0"/>
                            </p:stCondLst>
                            <p:childTnLst>
                              <p:par>
                                <p:cTn id="94" presetID="2" presetClass="entr" presetSubtype="8" fill="hold" grpId="0" nodeType="clickEffect">
                                  <p:stCondLst>
                                    <p:cond delay="0"/>
                                  </p:stCondLst>
                                  <p:childTnLst>
                                    <p:set>
                                      <p:cBhvr>
                                        <p:cTn id="95" dur="1" fill="hold">
                                          <p:stCondLst>
                                            <p:cond delay="0"/>
                                          </p:stCondLst>
                                        </p:cTn>
                                        <p:tgtEl>
                                          <p:spTgt spid="42"/>
                                        </p:tgtEl>
                                        <p:attrNameLst>
                                          <p:attrName>style.visibility</p:attrName>
                                        </p:attrNameLst>
                                      </p:cBhvr>
                                      <p:to>
                                        <p:strVal val="visible"/>
                                      </p:to>
                                    </p:set>
                                    <p:anim calcmode="lin" valueType="num">
                                      <p:cBhvr additive="base">
                                        <p:cTn id="96" dur="500" fill="hold"/>
                                        <p:tgtEl>
                                          <p:spTgt spid="42"/>
                                        </p:tgtEl>
                                        <p:attrNameLst>
                                          <p:attrName>ppt_x</p:attrName>
                                        </p:attrNameLst>
                                      </p:cBhvr>
                                      <p:tavLst>
                                        <p:tav tm="0">
                                          <p:val>
                                            <p:strVal val="0-#ppt_w/2"/>
                                          </p:val>
                                        </p:tav>
                                        <p:tav tm="100000">
                                          <p:val>
                                            <p:strVal val="#ppt_x"/>
                                          </p:val>
                                        </p:tav>
                                      </p:tavLst>
                                    </p:anim>
                                    <p:anim calcmode="lin" valueType="num">
                                      <p:cBhvr additive="base">
                                        <p:cTn id="97" dur="500" fill="hold"/>
                                        <p:tgtEl>
                                          <p:spTgt spid="42"/>
                                        </p:tgtEl>
                                        <p:attrNameLst>
                                          <p:attrName>ppt_y</p:attrName>
                                        </p:attrNameLst>
                                      </p:cBhvr>
                                      <p:tavLst>
                                        <p:tav tm="0">
                                          <p:val>
                                            <p:strVal val="#ppt_y"/>
                                          </p:val>
                                        </p:tav>
                                        <p:tav tm="100000">
                                          <p:val>
                                            <p:strVal val="#ppt_y"/>
                                          </p:val>
                                        </p:tav>
                                      </p:tavLst>
                                    </p:anim>
                                  </p:childTnLst>
                                </p:cTn>
                              </p:par>
                            </p:childTnLst>
                          </p:cTn>
                        </p:par>
                      </p:childTnLst>
                    </p:cTn>
                  </p:par>
                  <p:par>
                    <p:cTn id="98" fill="hold">
                      <p:stCondLst>
                        <p:cond delay="indefinite"/>
                      </p:stCondLst>
                      <p:childTnLst>
                        <p:par>
                          <p:cTn id="99" fill="hold">
                            <p:stCondLst>
                              <p:cond delay="0"/>
                            </p:stCondLst>
                            <p:childTnLst>
                              <p:par>
                                <p:cTn id="100" presetID="42" presetClass="entr" presetSubtype="0" fill="hold" nodeType="clickEffect">
                                  <p:stCondLst>
                                    <p:cond delay="0"/>
                                  </p:stCondLst>
                                  <p:childTnLst>
                                    <p:set>
                                      <p:cBhvr>
                                        <p:cTn id="101" dur="1" fill="hold">
                                          <p:stCondLst>
                                            <p:cond delay="0"/>
                                          </p:stCondLst>
                                        </p:cTn>
                                        <p:tgtEl>
                                          <p:spTgt spid="51"/>
                                        </p:tgtEl>
                                        <p:attrNameLst>
                                          <p:attrName>style.visibility</p:attrName>
                                        </p:attrNameLst>
                                      </p:cBhvr>
                                      <p:to>
                                        <p:strVal val="visible"/>
                                      </p:to>
                                    </p:set>
                                    <p:animEffect transition="in" filter="fade">
                                      <p:cBhvr>
                                        <p:cTn id="102" dur="1000"/>
                                        <p:tgtEl>
                                          <p:spTgt spid="51"/>
                                        </p:tgtEl>
                                      </p:cBhvr>
                                    </p:animEffect>
                                    <p:anim calcmode="lin" valueType="num">
                                      <p:cBhvr>
                                        <p:cTn id="103" dur="1000" fill="hold"/>
                                        <p:tgtEl>
                                          <p:spTgt spid="51"/>
                                        </p:tgtEl>
                                        <p:attrNameLst>
                                          <p:attrName>ppt_x</p:attrName>
                                        </p:attrNameLst>
                                      </p:cBhvr>
                                      <p:tavLst>
                                        <p:tav tm="0">
                                          <p:val>
                                            <p:strVal val="#ppt_x"/>
                                          </p:val>
                                        </p:tav>
                                        <p:tav tm="100000">
                                          <p:val>
                                            <p:strVal val="#ppt_x"/>
                                          </p:val>
                                        </p:tav>
                                      </p:tavLst>
                                    </p:anim>
                                    <p:anim calcmode="lin" valueType="num">
                                      <p:cBhvr>
                                        <p:cTn id="104" dur="1000" fill="hold"/>
                                        <p:tgtEl>
                                          <p:spTgt spid="51"/>
                                        </p:tgtEl>
                                        <p:attrNameLst>
                                          <p:attrName>ppt_y</p:attrName>
                                        </p:attrNameLst>
                                      </p:cBhvr>
                                      <p:tavLst>
                                        <p:tav tm="0">
                                          <p:val>
                                            <p:strVal val="#ppt_y+.1"/>
                                          </p:val>
                                        </p:tav>
                                        <p:tav tm="100000">
                                          <p:val>
                                            <p:strVal val="#ppt_y"/>
                                          </p:val>
                                        </p:tav>
                                      </p:tavLst>
                                    </p:anim>
                                  </p:childTnLst>
                                </p:cTn>
                              </p:par>
                            </p:childTnLst>
                          </p:cTn>
                        </p:par>
                      </p:childTnLst>
                    </p:cTn>
                  </p:par>
                  <p:par>
                    <p:cTn id="105" fill="hold">
                      <p:stCondLst>
                        <p:cond delay="indefinite"/>
                      </p:stCondLst>
                      <p:childTnLst>
                        <p:par>
                          <p:cTn id="106" fill="hold">
                            <p:stCondLst>
                              <p:cond delay="0"/>
                            </p:stCondLst>
                            <p:childTnLst>
                              <p:par>
                                <p:cTn id="107" presetID="2" presetClass="entr" presetSubtype="2" fill="hold" grpId="0" nodeType="clickEffect">
                                  <p:stCondLst>
                                    <p:cond delay="0"/>
                                  </p:stCondLst>
                                  <p:childTnLst>
                                    <p:set>
                                      <p:cBhvr>
                                        <p:cTn id="108" dur="1" fill="hold">
                                          <p:stCondLst>
                                            <p:cond delay="0"/>
                                          </p:stCondLst>
                                        </p:cTn>
                                        <p:tgtEl>
                                          <p:spTgt spid="41"/>
                                        </p:tgtEl>
                                        <p:attrNameLst>
                                          <p:attrName>style.visibility</p:attrName>
                                        </p:attrNameLst>
                                      </p:cBhvr>
                                      <p:to>
                                        <p:strVal val="visible"/>
                                      </p:to>
                                    </p:set>
                                    <p:anim calcmode="lin" valueType="num">
                                      <p:cBhvr additive="base">
                                        <p:cTn id="109" dur="500" fill="hold"/>
                                        <p:tgtEl>
                                          <p:spTgt spid="41"/>
                                        </p:tgtEl>
                                        <p:attrNameLst>
                                          <p:attrName>ppt_x</p:attrName>
                                        </p:attrNameLst>
                                      </p:cBhvr>
                                      <p:tavLst>
                                        <p:tav tm="0">
                                          <p:val>
                                            <p:strVal val="1+#ppt_w/2"/>
                                          </p:val>
                                        </p:tav>
                                        <p:tav tm="100000">
                                          <p:val>
                                            <p:strVal val="#ppt_x"/>
                                          </p:val>
                                        </p:tav>
                                      </p:tavLst>
                                    </p:anim>
                                    <p:anim calcmode="lin" valueType="num">
                                      <p:cBhvr additive="base">
                                        <p:cTn id="110" dur="500" fill="hold"/>
                                        <p:tgtEl>
                                          <p:spTgt spid="41"/>
                                        </p:tgtEl>
                                        <p:attrNameLst>
                                          <p:attrName>ppt_y</p:attrName>
                                        </p:attrNameLst>
                                      </p:cBhvr>
                                      <p:tavLst>
                                        <p:tav tm="0">
                                          <p:val>
                                            <p:strVal val="#ppt_y"/>
                                          </p:val>
                                        </p:tav>
                                        <p:tav tm="100000">
                                          <p:val>
                                            <p:strVal val="#ppt_y"/>
                                          </p:val>
                                        </p:tav>
                                      </p:tavLst>
                                    </p:anim>
                                  </p:childTnLst>
                                </p:cTn>
                              </p:par>
                            </p:childTnLst>
                          </p:cTn>
                        </p:par>
                      </p:childTnLst>
                    </p:cTn>
                  </p:par>
                  <p:par>
                    <p:cTn id="111" fill="hold">
                      <p:stCondLst>
                        <p:cond delay="indefinite"/>
                      </p:stCondLst>
                      <p:childTnLst>
                        <p:par>
                          <p:cTn id="112" fill="hold">
                            <p:stCondLst>
                              <p:cond delay="0"/>
                            </p:stCondLst>
                            <p:childTnLst>
                              <p:par>
                                <p:cTn id="113" presetID="2" presetClass="entr" presetSubtype="2" fill="hold" grpId="0" nodeType="clickEffect">
                                  <p:stCondLst>
                                    <p:cond delay="0"/>
                                  </p:stCondLst>
                                  <p:childTnLst>
                                    <p:set>
                                      <p:cBhvr>
                                        <p:cTn id="114" dur="1" fill="hold">
                                          <p:stCondLst>
                                            <p:cond delay="0"/>
                                          </p:stCondLst>
                                        </p:cTn>
                                        <p:tgtEl>
                                          <p:spTgt spid="43"/>
                                        </p:tgtEl>
                                        <p:attrNameLst>
                                          <p:attrName>style.visibility</p:attrName>
                                        </p:attrNameLst>
                                      </p:cBhvr>
                                      <p:to>
                                        <p:strVal val="visible"/>
                                      </p:to>
                                    </p:set>
                                    <p:anim calcmode="lin" valueType="num">
                                      <p:cBhvr additive="base">
                                        <p:cTn id="115" dur="500" fill="hold"/>
                                        <p:tgtEl>
                                          <p:spTgt spid="43"/>
                                        </p:tgtEl>
                                        <p:attrNameLst>
                                          <p:attrName>ppt_x</p:attrName>
                                        </p:attrNameLst>
                                      </p:cBhvr>
                                      <p:tavLst>
                                        <p:tav tm="0">
                                          <p:val>
                                            <p:strVal val="1+#ppt_w/2"/>
                                          </p:val>
                                        </p:tav>
                                        <p:tav tm="100000">
                                          <p:val>
                                            <p:strVal val="#ppt_x"/>
                                          </p:val>
                                        </p:tav>
                                      </p:tavLst>
                                    </p:anim>
                                    <p:anim calcmode="lin" valueType="num">
                                      <p:cBhvr additive="base">
                                        <p:cTn id="116" dur="500" fill="hold"/>
                                        <p:tgtEl>
                                          <p:spTgt spid="43"/>
                                        </p:tgtEl>
                                        <p:attrNameLst>
                                          <p:attrName>ppt_y</p:attrName>
                                        </p:attrNameLst>
                                      </p:cBhvr>
                                      <p:tavLst>
                                        <p:tav tm="0">
                                          <p:val>
                                            <p:strVal val="#ppt_y"/>
                                          </p:val>
                                        </p:tav>
                                        <p:tav tm="100000">
                                          <p:val>
                                            <p:strVal val="#ppt_y"/>
                                          </p:val>
                                        </p:tav>
                                      </p:tavLst>
                                    </p:anim>
                                  </p:childTnLst>
                                </p:cTn>
                              </p:par>
                            </p:childTnLst>
                          </p:cTn>
                        </p:par>
                      </p:childTnLst>
                    </p:cTn>
                  </p:par>
                  <p:par>
                    <p:cTn id="117" fill="hold">
                      <p:stCondLst>
                        <p:cond delay="indefinite"/>
                      </p:stCondLst>
                      <p:childTnLst>
                        <p:par>
                          <p:cTn id="118" fill="hold">
                            <p:stCondLst>
                              <p:cond delay="0"/>
                            </p:stCondLst>
                            <p:childTnLst>
                              <p:par>
                                <p:cTn id="119" presetID="42" presetClass="entr" presetSubtype="0" fill="hold" nodeType="clickEffect">
                                  <p:stCondLst>
                                    <p:cond delay="0"/>
                                  </p:stCondLst>
                                  <p:childTnLst>
                                    <p:set>
                                      <p:cBhvr>
                                        <p:cTn id="120" dur="1" fill="hold">
                                          <p:stCondLst>
                                            <p:cond delay="0"/>
                                          </p:stCondLst>
                                        </p:cTn>
                                        <p:tgtEl>
                                          <p:spTgt spid="71"/>
                                        </p:tgtEl>
                                        <p:attrNameLst>
                                          <p:attrName>style.visibility</p:attrName>
                                        </p:attrNameLst>
                                      </p:cBhvr>
                                      <p:to>
                                        <p:strVal val="visible"/>
                                      </p:to>
                                    </p:set>
                                    <p:animEffect transition="in" filter="fade">
                                      <p:cBhvr>
                                        <p:cTn id="121" dur="1000"/>
                                        <p:tgtEl>
                                          <p:spTgt spid="71"/>
                                        </p:tgtEl>
                                      </p:cBhvr>
                                    </p:animEffect>
                                    <p:anim calcmode="lin" valueType="num">
                                      <p:cBhvr>
                                        <p:cTn id="122" dur="1000" fill="hold"/>
                                        <p:tgtEl>
                                          <p:spTgt spid="71"/>
                                        </p:tgtEl>
                                        <p:attrNameLst>
                                          <p:attrName>ppt_x</p:attrName>
                                        </p:attrNameLst>
                                      </p:cBhvr>
                                      <p:tavLst>
                                        <p:tav tm="0">
                                          <p:val>
                                            <p:strVal val="#ppt_x"/>
                                          </p:val>
                                        </p:tav>
                                        <p:tav tm="100000">
                                          <p:val>
                                            <p:strVal val="#ppt_x"/>
                                          </p:val>
                                        </p:tav>
                                      </p:tavLst>
                                    </p:anim>
                                    <p:anim calcmode="lin" valueType="num">
                                      <p:cBhvr>
                                        <p:cTn id="123" dur="1000" fill="hold"/>
                                        <p:tgtEl>
                                          <p:spTgt spid="71"/>
                                        </p:tgtEl>
                                        <p:attrNameLst>
                                          <p:attrName>ppt_y</p:attrName>
                                        </p:attrNameLst>
                                      </p:cBhvr>
                                      <p:tavLst>
                                        <p:tav tm="0">
                                          <p:val>
                                            <p:strVal val="#ppt_y+.1"/>
                                          </p:val>
                                        </p:tav>
                                        <p:tav tm="100000">
                                          <p:val>
                                            <p:strVal val="#ppt_y"/>
                                          </p:val>
                                        </p:tav>
                                      </p:tavLst>
                                    </p:anim>
                                  </p:childTnLst>
                                </p:cTn>
                              </p:par>
                            </p:childTnLst>
                          </p:cTn>
                        </p:par>
                      </p:childTnLst>
                    </p:cTn>
                  </p:par>
                  <p:par>
                    <p:cTn id="124" fill="hold">
                      <p:stCondLst>
                        <p:cond delay="indefinite"/>
                      </p:stCondLst>
                      <p:childTnLst>
                        <p:par>
                          <p:cTn id="125" fill="hold">
                            <p:stCondLst>
                              <p:cond delay="0"/>
                            </p:stCondLst>
                            <p:childTnLst>
                              <p:par>
                                <p:cTn id="126" presetID="2" presetClass="entr" presetSubtype="4" fill="hold" nodeType="clickEffect">
                                  <p:stCondLst>
                                    <p:cond delay="0"/>
                                  </p:stCondLst>
                                  <p:childTnLst>
                                    <p:set>
                                      <p:cBhvr>
                                        <p:cTn id="127" dur="1" fill="hold">
                                          <p:stCondLst>
                                            <p:cond delay="0"/>
                                          </p:stCondLst>
                                        </p:cTn>
                                        <p:tgtEl>
                                          <p:spTgt spid="66"/>
                                        </p:tgtEl>
                                        <p:attrNameLst>
                                          <p:attrName>style.visibility</p:attrName>
                                        </p:attrNameLst>
                                      </p:cBhvr>
                                      <p:to>
                                        <p:strVal val="visible"/>
                                      </p:to>
                                    </p:set>
                                    <p:anim calcmode="lin" valueType="num">
                                      <p:cBhvr additive="base">
                                        <p:cTn id="128" dur="500" fill="hold"/>
                                        <p:tgtEl>
                                          <p:spTgt spid="66"/>
                                        </p:tgtEl>
                                        <p:attrNameLst>
                                          <p:attrName>ppt_x</p:attrName>
                                        </p:attrNameLst>
                                      </p:cBhvr>
                                      <p:tavLst>
                                        <p:tav tm="0">
                                          <p:val>
                                            <p:strVal val="#ppt_x"/>
                                          </p:val>
                                        </p:tav>
                                        <p:tav tm="100000">
                                          <p:val>
                                            <p:strVal val="#ppt_x"/>
                                          </p:val>
                                        </p:tav>
                                      </p:tavLst>
                                    </p:anim>
                                    <p:anim calcmode="lin" valueType="num">
                                      <p:cBhvr additive="base">
                                        <p:cTn id="129" dur="500" fill="hold"/>
                                        <p:tgtEl>
                                          <p:spTgt spid="6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 grpId="0" animBg="1"/>
      <p:bldP spid="40" grpId="0"/>
      <p:bldP spid="42" grpId="0"/>
      <p:bldP spid="41" grpId="0"/>
      <p:bldP spid="43" grpId="0"/>
      <p:bldP spid="31" grpId="0" animBg="1"/>
      <p:bldP spid="32" grpId="0" animBg="1"/>
      <p:bldP spid="33" grpId="0" animBg="1"/>
      <p:bldP spid="39"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30350" y="610217"/>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Outline</a:t>
            </a:r>
            <a:endParaRPr lang="en-US" sz="2000" dirty="0">
              <a:latin typeface="Lato" panose="020F0502020204030203" pitchFamily="34" charset="0"/>
              <a:cs typeface="Arial" panose="020B0604020202020204" pitchFamily="34" charset="0"/>
            </a:endParaRPr>
          </a:p>
        </p:txBody>
      </p:sp>
      <p:sp>
        <p:nvSpPr>
          <p:cNvPr id="24" name="TextBox 23">
            <a:extLst>
              <a:ext uri="{FF2B5EF4-FFF2-40B4-BE49-F238E27FC236}">
                <a16:creationId xmlns:a16="http://schemas.microsoft.com/office/drawing/2014/main" id="{90865657-EE51-429D-40B6-B64C80E4AB47}"/>
              </a:ext>
            </a:extLst>
          </p:cNvPr>
          <p:cNvSpPr txBox="1"/>
          <p:nvPr/>
        </p:nvSpPr>
        <p:spPr>
          <a:xfrm>
            <a:off x="125239" y="1080603"/>
            <a:ext cx="4446761" cy="3026470"/>
          </a:xfrm>
          <a:prstGeom prst="rect">
            <a:avLst/>
          </a:prstGeom>
          <a:noFill/>
        </p:spPr>
        <p:txBody>
          <a:bodyPr wrap="square">
            <a:spAutoFit/>
          </a:bodyPr>
          <a:lstStyle/>
          <a:p>
            <a:pPr marL="228600" indent="-228600">
              <a:spcAft>
                <a:spcPts val="800"/>
              </a:spcAft>
              <a:buFont typeface="Arial" panose="020B0604020202020204" pitchFamily="34" charset="0"/>
              <a:buChar char="•"/>
              <a:tabLst>
                <a:tab pos="4229100" algn="ctr"/>
              </a:tabLst>
            </a:pPr>
            <a:r>
              <a:rPr lang="en-US" sz="1800" dirty="0">
                <a:solidFill>
                  <a:schemeClr val="tx1"/>
                </a:solidFill>
                <a:effectLst/>
                <a:latin typeface="Lato" panose="020F0502020204030203" pitchFamily="34" charset="0"/>
                <a:ea typeface="Times New Roman" panose="02020603050405020304" pitchFamily="18" charset="0"/>
                <a:cs typeface="Arial" panose="020B0604020202020204" pitchFamily="34" charset="0"/>
              </a:rPr>
              <a:t>Abstract of the Project</a:t>
            </a:r>
            <a:endParaRPr lang="en-IN" sz="1800" dirty="0">
              <a:solidFill>
                <a:schemeClr val="tx1"/>
              </a:solidFill>
              <a:latin typeface="Lato" panose="020F0502020204030203" pitchFamily="34" charset="0"/>
              <a:ea typeface="Times New Roman" panose="02020603050405020304" pitchFamily="18" charset="0"/>
              <a:cs typeface="Arial" panose="020B0604020202020204" pitchFamily="34" charset="0"/>
            </a:endParaRP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Problem Statement</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Proposed Solution</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System Architecture</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Live Demo of the Project</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Embedded Video of Project</a:t>
            </a:r>
          </a:p>
          <a:p>
            <a:pPr marL="228600" indent="-228600">
              <a:spcAft>
                <a:spcPts val="800"/>
              </a:spcAft>
              <a:buFont typeface="Arial" panose="020B0604020202020204" pitchFamily="34" charset="0"/>
              <a:buChar char="•"/>
              <a:tabLst>
                <a:tab pos="4229100" algn="ctr"/>
              </a:tabLst>
            </a:pPr>
            <a:r>
              <a:rPr lang="en-IN" sz="1800" dirty="0">
                <a:latin typeface="Lato" panose="020F0502020204030203" pitchFamily="34" charset="0"/>
                <a:ea typeface="+mn-lt"/>
                <a:cs typeface="Arial" panose="020B0604020202020204" pitchFamily="34" charset="0"/>
              </a:rPr>
              <a:t>Conclusion</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Future Scope</a:t>
            </a:r>
          </a:p>
        </p:txBody>
      </p:sp>
      <p:pic>
        <p:nvPicPr>
          <p:cNvPr id="25" name="Picture 24" descr="A screen shot of a computer&#10;&#10;AI-generated content may be incorrect.">
            <a:extLst>
              <a:ext uri="{FF2B5EF4-FFF2-40B4-BE49-F238E27FC236}">
                <a16:creationId xmlns:a16="http://schemas.microsoft.com/office/drawing/2014/main" id="{C3A7F110-9D19-8523-45D3-77B1951C8835}"/>
              </a:ext>
            </a:extLst>
          </p:cNvPr>
          <p:cNvPicPr>
            <a:picLocks noChangeAspect="1"/>
          </p:cNvPicPr>
          <p:nvPr/>
        </p:nvPicPr>
        <p:blipFill>
          <a:blip r:embed="rId4">
            <a:duotone>
              <a:schemeClr val="accent1">
                <a:shade val="45000"/>
                <a:satMod val="135000"/>
              </a:schemeClr>
              <a:prstClr val="white"/>
            </a:duotone>
          </a:blip>
          <a:srcRect l="25250" t="7320" r="18976" b="28715"/>
          <a:stretch>
            <a:fillRect/>
          </a:stretch>
        </p:blipFill>
        <p:spPr>
          <a:xfrm>
            <a:off x="5378824" y="1034325"/>
            <a:ext cx="2868706" cy="3290047"/>
          </a:xfrm>
          <a:prstGeom prst="rect">
            <a:avLst/>
          </a:prstGeom>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25"/>
                                        </p:tgtEl>
                                        <p:attrNameLst>
                                          <p:attrName>style.visibility</p:attrName>
                                        </p:attrNameLst>
                                      </p:cBhvr>
                                      <p:to>
                                        <p:strVal val="visible"/>
                                      </p:to>
                                    </p:set>
                                    <p:anim calcmode="lin" valueType="num">
                                      <p:cBhvr additive="base">
                                        <p:cTn id="13" dur="500" fill="hold"/>
                                        <p:tgtEl>
                                          <p:spTgt spid="25"/>
                                        </p:tgtEl>
                                        <p:attrNameLst>
                                          <p:attrName>ppt_x</p:attrName>
                                        </p:attrNameLst>
                                      </p:cBhvr>
                                      <p:tavLst>
                                        <p:tav tm="0">
                                          <p:val>
                                            <p:strVal val="0-#ppt_w/2"/>
                                          </p:val>
                                        </p:tav>
                                        <p:tav tm="100000">
                                          <p:val>
                                            <p:strVal val="#ppt_x"/>
                                          </p:val>
                                        </p:tav>
                                      </p:tavLst>
                                    </p:anim>
                                    <p:anim calcmode="lin" valueType="num">
                                      <p:cBhvr additive="base">
                                        <p:cTn id="14" dur="500" fill="hold"/>
                                        <p:tgtEl>
                                          <p:spTgt spid="25"/>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6" presetClass="entr" presetSubtype="21" fill="hold" grpId="0" nodeType="clickEffect">
                                  <p:stCondLst>
                                    <p:cond delay="0"/>
                                  </p:stCondLst>
                                  <p:childTnLst>
                                    <p:set>
                                      <p:cBhvr>
                                        <p:cTn id="18" dur="1" fill="hold">
                                          <p:stCondLst>
                                            <p:cond delay="0"/>
                                          </p:stCondLst>
                                        </p:cTn>
                                        <p:tgtEl>
                                          <p:spTgt spid="24"/>
                                        </p:tgtEl>
                                        <p:attrNameLst>
                                          <p:attrName>style.visibility</p:attrName>
                                        </p:attrNameLst>
                                      </p:cBhvr>
                                      <p:to>
                                        <p:strVal val="visible"/>
                                      </p:to>
                                    </p:set>
                                    <p:animEffect transition="in" filter="barn(inVertical)">
                                      <p:cBhvr>
                                        <p:cTn id="19"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24" grpId="0"/>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40079" y="607520"/>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Abstract</a:t>
            </a:r>
            <a:endParaRPr lang="en-US" sz="2000" dirty="0">
              <a:latin typeface="Lato" panose="020F0502020204030203" pitchFamily="34" charset="0"/>
              <a:cs typeface="Arial" panose="020B0604020202020204" pitchFamily="34" charset="0"/>
            </a:endParaRPr>
          </a:p>
        </p:txBody>
      </p:sp>
      <p:sp>
        <p:nvSpPr>
          <p:cNvPr id="7" name="TextBox 6">
            <a:extLst>
              <a:ext uri="{FF2B5EF4-FFF2-40B4-BE49-F238E27FC236}">
                <a16:creationId xmlns:a16="http://schemas.microsoft.com/office/drawing/2014/main" id="{38849028-F25C-7DA0-DE56-0DC142EECABD}"/>
              </a:ext>
            </a:extLst>
          </p:cNvPr>
          <p:cNvSpPr txBox="1"/>
          <p:nvPr/>
        </p:nvSpPr>
        <p:spPr>
          <a:xfrm>
            <a:off x="0" y="1318620"/>
            <a:ext cx="5002346" cy="2339102"/>
          </a:xfrm>
          <a:prstGeom prst="rect">
            <a:avLst/>
          </a:prstGeom>
          <a:noFill/>
        </p:spPr>
        <p:txBody>
          <a:bodyPr wrap="square">
            <a:spAutoFit/>
          </a:bodyPr>
          <a:lstStyle/>
          <a:p>
            <a:pPr marL="228600" indent="-228600">
              <a:spcAft>
                <a:spcPts val="800"/>
              </a:spcAft>
              <a:buFont typeface="Arial" panose="020B0604020202020204" pitchFamily="34" charset="0"/>
              <a:buChar char="•"/>
              <a:tabLst>
                <a:tab pos="4229100" algn="ctr"/>
              </a:tabLst>
            </a:pPr>
            <a:r>
              <a:rPr lang="en-US" sz="1800" dirty="0">
                <a:solidFill>
                  <a:schemeClr val="tx1"/>
                </a:solidFill>
                <a:effectLst/>
                <a:latin typeface="Lato" panose="020F0502020204030203" pitchFamily="34" charset="0"/>
                <a:ea typeface="Open Sans" panose="020B0606030504020204" pitchFamily="34" charset="0"/>
                <a:cs typeface="Arial" panose="020B0604020202020204" pitchFamily="34" charset="0"/>
              </a:rPr>
              <a:t>Purpose : To study house price trends in </a:t>
            </a:r>
            <a:r>
              <a:rPr lang="en-US" dirty="0">
                <a:latin typeface="Lato" panose="020F0502020204030203" pitchFamily="34" charset="0"/>
                <a:ea typeface="Open Sans" panose="020B0606030504020204" pitchFamily="34" charset="0"/>
                <a:cs typeface="Arial" panose="020B0604020202020204" pitchFamily="34" charset="0"/>
              </a:rPr>
              <a:t>I</a:t>
            </a:r>
            <a:r>
              <a:rPr lang="en-US" sz="1800" dirty="0">
                <a:solidFill>
                  <a:schemeClr val="tx1"/>
                </a:solidFill>
                <a:effectLst/>
                <a:latin typeface="Lato" panose="020F0502020204030203" pitchFamily="34" charset="0"/>
                <a:ea typeface="Open Sans" panose="020B0606030504020204" pitchFamily="34" charset="0"/>
                <a:cs typeface="Arial" panose="020B0604020202020204" pitchFamily="34" charset="0"/>
              </a:rPr>
              <a:t>ndia                              And  affordability , growth drivers.</a:t>
            </a:r>
          </a:p>
          <a:p>
            <a:pPr marL="228600" indent="-228600">
              <a:spcAft>
                <a:spcPts val="800"/>
              </a:spcAft>
              <a:buFont typeface="Arial" panose="020B0604020202020204" pitchFamily="34" charset="0"/>
              <a:buChar char="•"/>
              <a:tabLst>
                <a:tab pos="4229100" algn="ctr"/>
              </a:tabLst>
            </a:pPr>
            <a:r>
              <a:rPr lang="en-US" dirty="0">
                <a:latin typeface="Lato" panose="020F0502020204030203" pitchFamily="34" charset="0"/>
                <a:ea typeface="+mn-lt"/>
                <a:cs typeface="Arial" panose="020B0604020202020204" pitchFamily="34" charset="0"/>
              </a:rPr>
              <a:t>Tools : Excel , Ai forecasting models.</a:t>
            </a:r>
            <a:endParaRPr lang="en-US" sz="1800" dirty="0">
              <a:latin typeface="Lato" panose="020F0502020204030203" pitchFamily="34" charset="0"/>
              <a:ea typeface="+mn-lt"/>
              <a:cs typeface="Arial" panose="020B0604020202020204" pitchFamily="34" charset="0"/>
            </a:endParaRPr>
          </a:p>
          <a:p>
            <a:pPr marL="228600" indent="-228600">
              <a:spcAft>
                <a:spcPts val="800"/>
              </a:spcAft>
              <a:buFont typeface="Arial" panose="020B0604020202020204" pitchFamily="34" charset="0"/>
              <a:buChar char="•"/>
              <a:tabLst>
                <a:tab pos="4229100" algn="ctr"/>
              </a:tabLst>
            </a:pPr>
            <a:r>
              <a:rPr lang="en-US" dirty="0">
                <a:latin typeface="Lato" panose="020F0502020204030203" pitchFamily="34" charset="0"/>
                <a:ea typeface="+mn-lt"/>
                <a:cs typeface="Arial" panose="020B0604020202020204" pitchFamily="34" charset="0"/>
              </a:rPr>
              <a:t>Outcomes : Dashboards , affordability indices , predictive insights</a:t>
            </a:r>
            <a:r>
              <a:rPr lang="en-US" sz="1800" dirty="0">
                <a:latin typeface="Lato" panose="020F0502020204030203" pitchFamily="34" charset="0"/>
                <a:ea typeface="+mn-lt"/>
                <a:cs typeface="Arial" panose="020B0604020202020204" pitchFamily="34" charset="0"/>
              </a:rPr>
              <a:t>.</a:t>
            </a:r>
          </a:p>
          <a:p>
            <a:pPr marL="228600" indent="-228600">
              <a:spcAft>
                <a:spcPts val="800"/>
              </a:spcAft>
              <a:buFont typeface="Arial" panose="020B0604020202020204" pitchFamily="34" charset="0"/>
              <a:buChar char="•"/>
              <a:tabLst>
                <a:tab pos="4229100" algn="ctr"/>
              </a:tabLst>
            </a:pPr>
            <a:r>
              <a:rPr lang="en-US" dirty="0">
                <a:latin typeface="Lato" panose="020F0502020204030203" pitchFamily="34" charset="0"/>
                <a:ea typeface="+mn-lt"/>
                <a:cs typeface="Arial" panose="020B0604020202020204" pitchFamily="34" charset="0"/>
              </a:rPr>
              <a:t>Highlight : Unique integration of affordability + predictive analysis</a:t>
            </a:r>
            <a:r>
              <a:rPr lang="en-US" sz="1800" dirty="0">
                <a:latin typeface="Lato" panose="020F0502020204030203" pitchFamily="34" charset="0"/>
                <a:ea typeface="+mn-lt"/>
                <a:cs typeface="Arial" panose="020B0604020202020204" pitchFamily="34" charset="0"/>
              </a:rPr>
              <a:t>.</a:t>
            </a:r>
          </a:p>
        </p:txBody>
      </p:sp>
      <p:sp>
        <p:nvSpPr>
          <p:cNvPr id="2" name="Freeform 28">
            <a:extLst>
              <a:ext uri="{FF2B5EF4-FFF2-40B4-BE49-F238E27FC236}">
                <a16:creationId xmlns:a16="http://schemas.microsoft.com/office/drawing/2014/main" id="{AA7F05EE-340D-A58A-BAD0-FB0660B2D339}"/>
              </a:ext>
            </a:extLst>
          </p:cNvPr>
          <p:cNvSpPr/>
          <p:nvPr/>
        </p:nvSpPr>
        <p:spPr>
          <a:xfrm>
            <a:off x="5814470" y="1082801"/>
            <a:ext cx="3070450" cy="2997875"/>
          </a:xfrm>
          <a:custGeom>
            <a:avLst/>
            <a:gdLst/>
            <a:ahLst/>
            <a:cxnLst/>
            <a:rect l="l" t="t" r="r" b="b"/>
            <a:pathLst>
              <a:path w="4114800" h="4017541">
                <a:moveTo>
                  <a:pt x="0" y="0"/>
                </a:moveTo>
                <a:lnTo>
                  <a:pt x="4114800" y="0"/>
                </a:lnTo>
                <a:lnTo>
                  <a:pt x="4114800" y="4017541"/>
                </a:lnTo>
                <a:lnTo>
                  <a:pt x="0" y="401754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ppt_w</p:attrName>
                                        </p:attrNameLst>
                                      </p:cBhvr>
                                      <p:tavLst>
                                        <p:tav tm="0">
                                          <p:val>
                                            <p:fltVal val="0"/>
                                          </p:val>
                                        </p:tav>
                                        <p:tav tm="100000">
                                          <p:val>
                                            <p:strVal val="#ppt_w"/>
                                          </p:val>
                                        </p:tav>
                                      </p:tavLst>
                                    </p:anim>
                                    <p:anim calcmode="lin" valueType="num">
                                      <p:cBhvr>
                                        <p:cTn id="8" dur="1000" fill="hold"/>
                                        <p:tgtEl>
                                          <p:spTgt spid="4"/>
                                        </p:tgtEl>
                                        <p:attrNameLst>
                                          <p:attrName>ppt_h</p:attrName>
                                        </p:attrNameLst>
                                      </p:cBhvr>
                                      <p:tavLst>
                                        <p:tav tm="0">
                                          <p:val>
                                            <p:fltVal val="0"/>
                                          </p:val>
                                        </p:tav>
                                        <p:tav tm="100000">
                                          <p:val>
                                            <p:strVal val="#ppt_h"/>
                                          </p:val>
                                        </p:tav>
                                      </p:tavLst>
                                    </p:anim>
                                    <p:anim calcmode="lin" valueType="num">
                                      <p:cBhvr>
                                        <p:cTn id="9" dur="1000" fill="hold"/>
                                        <p:tgtEl>
                                          <p:spTgt spid="4"/>
                                        </p:tgtEl>
                                        <p:attrNameLst>
                                          <p:attrName>style.rotation</p:attrName>
                                        </p:attrNameLst>
                                      </p:cBhvr>
                                      <p:tavLst>
                                        <p:tav tm="0">
                                          <p:val>
                                            <p:fltVal val="90"/>
                                          </p:val>
                                        </p:tav>
                                        <p:tav tm="100000">
                                          <p:val>
                                            <p:fltVal val="0"/>
                                          </p:val>
                                        </p:tav>
                                      </p:tavLst>
                                    </p:anim>
                                    <p:animEffect transition="in" filter="fade">
                                      <p:cBhvr>
                                        <p:cTn id="10" dur="10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anim calcmode="lin" valueType="num">
                                      <p:cBhvr additive="base">
                                        <p:cTn id="15" dur="500" fill="hold"/>
                                        <p:tgtEl>
                                          <p:spTgt spid="2"/>
                                        </p:tgtEl>
                                        <p:attrNameLst>
                                          <p:attrName>ppt_x</p:attrName>
                                        </p:attrNameLst>
                                      </p:cBhvr>
                                      <p:tavLst>
                                        <p:tav tm="0">
                                          <p:val>
                                            <p:strVal val="#ppt_x"/>
                                          </p:val>
                                        </p:tav>
                                        <p:tav tm="100000">
                                          <p:val>
                                            <p:strVal val="#ppt_x"/>
                                          </p:val>
                                        </p:tav>
                                      </p:tavLst>
                                    </p:anim>
                                    <p:anim calcmode="lin" valueType="num">
                                      <p:cBhvr additive="base">
                                        <p:cTn id="16"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8"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anim calcmode="lin" valueType="num">
                                      <p:cBhvr additive="base">
                                        <p:cTn id="21" dur="500" fill="hold"/>
                                        <p:tgtEl>
                                          <p:spTgt spid="7"/>
                                        </p:tgtEl>
                                        <p:attrNameLst>
                                          <p:attrName>ppt_x</p:attrName>
                                        </p:attrNameLst>
                                      </p:cBhvr>
                                      <p:tavLst>
                                        <p:tav tm="0">
                                          <p:val>
                                            <p:strVal val="0-#ppt_w/2"/>
                                          </p:val>
                                        </p:tav>
                                        <p:tav tm="100000">
                                          <p:val>
                                            <p:strVal val="#ppt_x"/>
                                          </p:val>
                                        </p:tav>
                                      </p:tavLst>
                                    </p:anim>
                                    <p:anim calcmode="lin" valueType="num">
                                      <p:cBhvr additive="base">
                                        <p:cTn id="22"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p:bldP spid="2"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27B2E24-A610-1C01-FCDD-9B6B67A72E49}"/>
              </a:ext>
            </a:extLst>
          </p:cNvPr>
          <p:cNvPicPr>
            <a:picLocks noChangeAspect="1"/>
          </p:cNvPicPr>
          <p:nvPr/>
        </p:nvPicPr>
        <p:blipFill>
          <a:blip r:embed="rId4"/>
          <a:stretch>
            <a:fillRect/>
          </a:stretch>
        </p:blipFill>
        <p:spPr>
          <a:xfrm>
            <a:off x="4888151" y="873760"/>
            <a:ext cx="3947240" cy="3947240"/>
          </a:xfrm>
          <a:prstGeom prst="rect">
            <a:avLst/>
          </a:prstGeom>
        </p:spPr>
      </p:pic>
      <p:sp>
        <p:nvSpPr>
          <p:cNvPr id="4" name="Text 2"/>
          <p:cNvSpPr/>
          <p:nvPr/>
        </p:nvSpPr>
        <p:spPr>
          <a:xfrm>
            <a:off x="120623" y="611286"/>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Problem Statement</a:t>
            </a:r>
            <a:endParaRPr lang="en-US" sz="2000" dirty="0">
              <a:latin typeface="Lato" panose="020F0502020204030203" pitchFamily="34" charset="0"/>
              <a:cs typeface="Arial" panose="020B0604020202020204" pitchFamily="34" charset="0"/>
            </a:endParaRPr>
          </a:p>
        </p:txBody>
      </p:sp>
      <p:sp>
        <p:nvSpPr>
          <p:cNvPr id="6" name="TextBox 5">
            <a:extLst>
              <a:ext uri="{FF2B5EF4-FFF2-40B4-BE49-F238E27FC236}">
                <a16:creationId xmlns:a16="http://schemas.microsoft.com/office/drawing/2014/main" id="{EE76AC24-5CB7-D860-6A01-E6D8ABD38610}"/>
              </a:ext>
            </a:extLst>
          </p:cNvPr>
          <p:cNvSpPr txBox="1"/>
          <p:nvPr/>
        </p:nvSpPr>
        <p:spPr>
          <a:xfrm>
            <a:off x="53051" y="1193492"/>
            <a:ext cx="4762910" cy="2893100"/>
          </a:xfrm>
          <a:prstGeom prst="rect">
            <a:avLst/>
          </a:prstGeom>
          <a:noFill/>
        </p:spPr>
        <p:txBody>
          <a:bodyPr wrap="square">
            <a:spAutoFit/>
          </a:bodyPr>
          <a:lstStyle/>
          <a:p>
            <a:pPr marL="228600" indent="-228600">
              <a:spcAft>
                <a:spcPts val="800"/>
              </a:spcAft>
              <a:buFont typeface="Arial" panose="020B0604020202020204" pitchFamily="34" charset="0"/>
              <a:buChar char="•"/>
              <a:tabLst>
                <a:tab pos="4229100" algn="ctr"/>
              </a:tabLst>
            </a:pPr>
            <a:r>
              <a:rPr lang="en-US" dirty="0">
                <a:latin typeface="Lato" panose="020F0502020204030203" pitchFamily="34" charset="0"/>
                <a:ea typeface="Times New Roman" panose="02020603050405020304" pitchFamily="18" charset="0"/>
                <a:cs typeface="Arial" panose="020B0604020202020204" pitchFamily="34" charset="0"/>
              </a:rPr>
              <a:t>Rising house price – affordability challenges for middle-income buyers</a:t>
            </a:r>
            <a:r>
              <a:rPr lang="en-US" dirty="0">
                <a:solidFill>
                  <a:schemeClr val="tx1"/>
                </a:solidFill>
                <a:effectLst/>
                <a:latin typeface="Lato" panose="020F0502020204030203" pitchFamily="34" charset="0"/>
                <a:ea typeface="Times New Roman" panose="02020603050405020304" pitchFamily="18" charset="0"/>
                <a:cs typeface="Arial" panose="020B0604020202020204" pitchFamily="34" charset="0"/>
              </a:rPr>
              <a:t>.</a:t>
            </a:r>
          </a:p>
          <a:p>
            <a:pPr marL="228600" indent="-228600">
              <a:spcAft>
                <a:spcPts val="800"/>
              </a:spcAft>
              <a:buFont typeface="Arial" panose="020B0604020202020204" pitchFamily="34" charset="0"/>
              <a:buChar char="•"/>
              <a:tabLst>
                <a:tab pos="4229100" algn="ctr"/>
              </a:tabLst>
            </a:pPr>
            <a:r>
              <a:rPr lang="en-US" dirty="0">
                <a:latin typeface="Lato" panose="020F0502020204030203" pitchFamily="34" charset="0"/>
                <a:ea typeface="+mn-lt"/>
                <a:cs typeface="Arial" panose="020B0604020202020204" pitchFamily="34" charset="0"/>
              </a:rPr>
              <a:t>Lack of integrated dashboards combining affordability , growth trends , and predictive analysis .</a:t>
            </a:r>
          </a:p>
          <a:p>
            <a:pPr marL="228600" indent="-228600">
              <a:spcAft>
                <a:spcPts val="800"/>
              </a:spcAft>
              <a:buFont typeface="Arial" panose="020B0604020202020204" pitchFamily="34" charset="0"/>
              <a:buChar char="•"/>
              <a:tabLst>
                <a:tab pos="4229100" algn="ctr"/>
              </a:tabLst>
            </a:pPr>
            <a:r>
              <a:rPr lang="en-US" dirty="0">
                <a:latin typeface="Lato" panose="020F0502020204030203" pitchFamily="34" charset="0"/>
                <a:ea typeface="+mn-lt"/>
                <a:cs typeface="Arial" panose="020B0604020202020204" pitchFamily="34" charset="0"/>
              </a:rPr>
              <a:t>Target users : policymakers , investors , buyers.</a:t>
            </a:r>
          </a:p>
          <a:p>
            <a:pPr marL="228600" indent="-228600">
              <a:spcAft>
                <a:spcPts val="800"/>
              </a:spcAft>
              <a:buFont typeface="Arial" panose="020B0604020202020204" pitchFamily="34" charset="0"/>
              <a:buChar char="•"/>
              <a:tabLst>
                <a:tab pos="4229100" algn="ctr"/>
              </a:tabLst>
            </a:pPr>
            <a:r>
              <a:rPr lang="en-US" dirty="0">
                <a:latin typeface="Lato" panose="020F0502020204030203" pitchFamily="34" charset="0"/>
                <a:ea typeface="+mn-lt"/>
                <a:cs typeface="Arial" panose="020B0604020202020204" pitchFamily="34" charset="0"/>
              </a:rPr>
              <a:t>Scope : focus on urban cities ( Delhi-NCR , Bengaluru , Hyderabad , Pune , Mumbai) .</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500" fill="hold"/>
                                        <p:tgtEl>
                                          <p:spTgt spid="3"/>
                                        </p:tgtEl>
                                        <p:attrNameLst>
                                          <p:attrName>ppt_x</p:attrName>
                                        </p:attrNameLst>
                                      </p:cBhvr>
                                      <p:tavLst>
                                        <p:tav tm="0">
                                          <p:val>
                                            <p:strVal val="0-#ppt_w/2"/>
                                          </p:val>
                                        </p:tav>
                                        <p:tav tm="100000">
                                          <p:val>
                                            <p:strVal val="#ppt_x"/>
                                          </p:val>
                                        </p:tav>
                                      </p:tavLst>
                                    </p:anim>
                                    <p:anim calcmode="lin" valueType="num">
                                      <p:cBhvr additive="base">
                                        <p:cTn id="13"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6" presetClass="entr" presetSubtype="37" fill="hold" grpId="0"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barn(outVertical)">
                                      <p:cBhvr>
                                        <p:cTn id="18"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F1F49F94-4102-44CC-056B-FA1BB4DA8DA6}"/>
              </a:ext>
            </a:extLst>
          </p:cNvPr>
          <p:cNvPicPr>
            <a:picLocks noChangeAspect="1"/>
          </p:cNvPicPr>
          <p:nvPr/>
        </p:nvPicPr>
        <p:blipFill>
          <a:blip r:embed="rId4"/>
          <a:stretch>
            <a:fillRect/>
          </a:stretch>
        </p:blipFill>
        <p:spPr>
          <a:xfrm>
            <a:off x="4240286" y="725532"/>
            <a:ext cx="4903714" cy="4203183"/>
          </a:xfrm>
          <a:prstGeom prst="rect">
            <a:avLst/>
          </a:prstGeom>
        </p:spPr>
      </p:pic>
      <p:sp>
        <p:nvSpPr>
          <p:cNvPr id="4" name="Text 2"/>
          <p:cNvSpPr/>
          <p:nvPr/>
        </p:nvSpPr>
        <p:spPr>
          <a:xfrm>
            <a:off x="125486" y="616930"/>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Proposed Solution</a:t>
            </a:r>
            <a:endParaRPr lang="en-US" sz="2000" dirty="0">
              <a:latin typeface="Lato" panose="020F0502020204030203" pitchFamily="34" charset="0"/>
              <a:cs typeface="Arial" panose="020B0604020202020204" pitchFamily="34" charset="0"/>
            </a:endParaRPr>
          </a:p>
        </p:txBody>
      </p:sp>
      <p:sp>
        <p:nvSpPr>
          <p:cNvPr id="16" name="Text 14"/>
          <p:cNvSpPr/>
          <p:nvPr/>
        </p:nvSpPr>
        <p:spPr>
          <a:xfrm>
            <a:off x="4846320" y="1280160"/>
            <a:ext cx="3931920" cy="1828800"/>
          </a:xfrm>
          <a:prstGeom prst="rect">
            <a:avLst/>
          </a:prstGeom>
          <a:noFill/>
          <a:ln/>
        </p:spPr>
        <p:txBody>
          <a:bodyPr wrap="square" rtlCol="0" anchor="ctr"/>
          <a:lstStyle/>
          <a:p>
            <a:pPr marL="0" indent="0" algn="ctr">
              <a:buNone/>
            </a:pPr>
            <a:endParaRPr lang="en-US" sz="8000" dirty="0"/>
          </a:p>
        </p:txBody>
      </p:sp>
      <p:sp>
        <p:nvSpPr>
          <p:cNvPr id="5" name="Text 12"/>
          <p:cNvSpPr/>
          <p:nvPr/>
        </p:nvSpPr>
        <p:spPr>
          <a:xfrm>
            <a:off x="125486" y="1207942"/>
            <a:ext cx="4663082" cy="3210026"/>
          </a:xfrm>
          <a:prstGeom prst="rect">
            <a:avLst/>
          </a:prstGeom>
          <a:noFill/>
          <a:ln/>
        </p:spPr>
        <p:txBody>
          <a:bodyPr wrap="square" rtlCol="0" anchor="t"/>
          <a:lstStyle/>
          <a:p>
            <a:pPr marL="0" indent="0">
              <a:buNone/>
            </a:pPr>
            <a:r>
              <a:rPr lang="en-US" dirty="0">
                <a:solidFill>
                  <a:srgbClr val="1A1A2E"/>
                </a:solidFill>
                <a:latin typeface="Lato" panose="020F0502020204030203" pitchFamily="34" charset="0"/>
                <a:ea typeface="Calibri" pitchFamily="34" charset="-122"/>
                <a:cs typeface="Arial" panose="020B0604020202020204" pitchFamily="34" charset="0"/>
              </a:rPr>
              <a:t>Build a Data-Driven dashboard.</a:t>
            </a:r>
          </a:p>
          <a:p>
            <a:pPr marL="0" indent="0">
              <a:buNone/>
            </a:pPr>
            <a:endParaRPr lang="en-US" dirty="0">
              <a:solidFill>
                <a:srgbClr val="1A1A2E"/>
              </a:solidFill>
              <a:latin typeface="Lato" panose="020F0502020204030203" pitchFamily="34" charset="0"/>
              <a:ea typeface="Calibri" pitchFamily="34" charset="-122"/>
              <a:cs typeface="Arial" panose="020B0604020202020204" pitchFamily="34" charset="0"/>
            </a:endParaRPr>
          </a:p>
          <a:p>
            <a:pPr marL="0" indent="0">
              <a:buNone/>
            </a:pPr>
            <a:r>
              <a:rPr lang="en-US" dirty="0">
                <a:solidFill>
                  <a:srgbClr val="1A1A2E"/>
                </a:solidFill>
                <a:latin typeface="Lato" panose="020F0502020204030203" pitchFamily="34" charset="0"/>
                <a:ea typeface="Calibri" pitchFamily="34" charset="-122"/>
                <a:cs typeface="Arial" panose="020B0604020202020204" pitchFamily="34" charset="0"/>
              </a:rPr>
              <a:t>Integrate house price dataset,             affordability indices, and AI – based predictive models.</a:t>
            </a:r>
          </a:p>
          <a:p>
            <a:pPr marL="0" indent="0">
              <a:buNone/>
            </a:pPr>
            <a:endParaRPr lang="en-US" dirty="0">
              <a:solidFill>
                <a:srgbClr val="1A1A2E"/>
              </a:solidFill>
              <a:latin typeface="Lato" panose="020F0502020204030203" pitchFamily="34" charset="0"/>
              <a:ea typeface="Calibri" pitchFamily="34" charset="-122"/>
              <a:cs typeface="Arial" panose="020B0604020202020204" pitchFamily="34" charset="0"/>
            </a:endParaRPr>
          </a:p>
          <a:p>
            <a:pPr marL="0" indent="0">
              <a:buNone/>
            </a:pPr>
            <a:r>
              <a:rPr lang="en-US" dirty="0">
                <a:solidFill>
                  <a:srgbClr val="1A1A2E"/>
                </a:solidFill>
                <a:latin typeface="Lato" panose="020F0502020204030203" pitchFamily="34" charset="0"/>
                <a:ea typeface="Calibri" pitchFamily="34" charset="-122"/>
                <a:cs typeface="Arial" panose="020B0604020202020204" pitchFamily="34" charset="0"/>
              </a:rPr>
              <a:t>benefits : clear city-wise insights , affordability gap analysis , future forecasts.</a:t>
            </a:r>
          </a:p>
          <a:p>
            <a:pPr marL="0" indent="0">
              <a:buNone/>
            </a:pPr>
            <a:endParaRPr lang="en-US" dirty="0">
              <a:solidFill>
                <a:srgbClr val="1A1A2E"/>
              </a:solidFill>
              <a:latin typeface="Lato" panose="020F0502020204030203" pitchFamily="34" charset="0"/>
              <a:ea typeface="Calibri" pitchFamily="34" charset="-122"/>
              <a:cs typeface="Arial" panose="020B0604020202020204" pitchFamily="34" charset="0"/>
            </a:endParaRPr>
          </a:p>
          <a:p>
            <a:pPr marL="0" indent="0">
              <a:buNone/>
            </a:pPr>
            <a:r>
              <a:rPr lang="en-US" dirty="0">
                <a:solidFill>
                  <a:srgbClr val="1A1A2E"/>
                </a:solidFill>
                <a:latin typeface="Lato" panose="020F0502020204030203" pitchFamily="34" charset="0"/>
                <a:ea typeface="Calibri" pitchFamily="34" charset="-122"/>
                <a:cs typeface="Arial" panose="020B0604020202020204" pitchFamily="34" charset="0"/>
              </a:rPr>
              <a:t>Innovation : Combines multiple Tools ( Excel , Python, AI)</a:t>
            </a:r>
            <a:endParaRPr lang="en-US" dirty="0">
              <a:latin typeface="Lato" panose="020F0502020204030203" pitchFamily="34" charset="0"/>
              <a:cs typeface="Arial" panose="020B0604020202020204" pitchFamily="34" charset="0"/>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6" presetClass="entr" presetSubtype="26"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barn(inHorizontal)">
                                      <p:cBhvr>
                                        <p:cTn id="13" dur="500"/>
                                        <p:tgtEl>
                                          <p:spTgt spid="8"/>
                                        </p:tgtEl>
                                      </p:cBhvr>
                                    </p:animEffect>
                                  </p:childTnLst>
                                </p:cTn>
                              </p:par>
                            </p:childTnLst>
                          </p:cTn>
                        </p:par>
                      </p:childTnLst>
                    </p:cTn>
                  </p:par>
                  <p:par>
                    <p:cTn id="14" fill="hold">
                      <p:stCondLst>
                        <p:cond delay="indefinite"/>
                      </p:stCondLst>
                      <p:childTnLst>
                        <p:par>
                          <p:cTn id="15" fill="hold">
                            <p:stCondLst>
                              <p:cond delay="0"/>
                            </p:stCondLst>
                            <p:childTnLst>
                              <p:par>
                                <p:cTn id="16" presetID="53" presetClass="entr" presetSubtype="16" fill="hold" grpId="0" nodeType="clickEffect">
                                  <p:stCondLst>
                                    <p:cond delay="0"/>
                                  </p:stCondLst>
                                  <p:childTnLst>
                                    <p:set>
                                      <p:cBhvr>
                                        <p:cTn id="17" dur="1" fill="hold">
                                          <p:stCondLst>
                                            <p:cond delay="0"/>
                                          </p:stCondLst>
                                        </p:cTn>
                                        <p:tgtEl>
                                          <p:spTgt spid="5"/>
                                        </p:tgtEl>
                                        <p:attrNameLst>
                                          <p:attrName>style.visibility</p:attrName>
                                        </p:attrNameLst>
                                      </p:cBhvr>
                                      <p:to>
                                        <p:strVal val="visible"/>
                                      </p:to>
                                    </p:set>
                                    <p:anim calcmode="lin" valueType="num">
                                      <p:cBhvr>
                                        <p:cTn id="18" dur="500" fill="hold"/>
                                        <p:tgtEl>
                                          <p:spTgt spid="5"/>
                                        </p:tgtEl>
                                        <p:attrNameLst>
                                          <p:attrName>ppt_w</p:attrName>
                                        </p:attrNameLst>
                                      </p:cBhvr>
                                      <p:tavLst>
                                        <p:tav tm="0">
                                          <p:val>
                                            <p:fltVal val="0"/>
                                          </p:val>
                                        </p:tav>
                                        <p:tav tm="100000">
                                          <p:val>
                                            <p:strVal val="#ppt_w"/>
                                          </p:val>
                                        </p:tav>
                                      </p:tavLst>
                                    </p:anim>
                                    <p:anim calcmode="lin" valueType="num">
                                      <p:cBhvr>
                                        <p:cTn id="19" dur="500" fill="hold"/>
                                        <p:tgtEl>
                                          <p:spTgt spid="5"/>
                                        </p:tgtEl>
                                        <p:attrNameLst>
                                          <p:attrName>ppt_h</p:attrName>
                                        </p:attrNameLst>
                                      </p:cBhvr>
                                      <p:tavLst>
                                        <p:tav tm="0">
                                          <p:val>
                                            <p:fltVal val="0"/>
                                          </p:val>
                                        </p:tav>
                                        <p:tav tm="100000">
                                          <p:val>
                                            <p:strVal val="#ppt_h"/>
                                          </p:val>
                                        </p:tav>
                                      </p:tavLst>
                                    </p:anim>
                                    <p:animEffect transition="in" filter="fade">
                                      <p:cBhvr>
                                        <p:cTn id="2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30350" y="602920"/>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System Architecture</a:t>
            </a:r>
            <a:endParaRPr lang="en-US" sz="2000" dirty="0">
              <a:latin typeface="Lato" panose="020F0502020204030203" pitchFamily="34" charset="0"/>
              <a:cs typeface="Arial" panose="020B0604020202020204" pitchFamily="34" charset="0"/>
            </a:endParaRPr>
          </a:p>
        </p:txBody>
      </p:sp>
      <p:sp>
        <p:nvSpPr>
          <p:cNvPr id="6" name="Shape 4"/>
          <p:cNvSpPr/>
          <p:nvPr/>
        </p:nvSpPr>
        <p:spPr>
          <a:xfrm>
            <a:off x="235408" y="1243200"/>
            <a:ext cx="4114800" cy="384048"/>
          </a:xfrm>
          <a:prstGeom prst="rect">
            <a:avLst/>
          </a:prstGeom>
          <a:solidFill>
            <a:schemeClr val="accent1">
              <a:lumMod val="20000"/>
              <a:lumOff val="80000"/>
            </a:schemeClr>
          </a:solidFill>
          <a:ln/>
        </p:spPr>
        <p:txBody>
          <a:bodyPr/>
          <a:lstStyle/>
          <a:p>
            <a:endParaRPr lang="en-IN">
              <a:latin typeface="Lato" panose="020F0502020204030203" pitchFamily="34" charset="0"/>
            </a:endParaRPr>
          </a:p>
        </p:txBody>
      </p:sp>
      <p:sp>
        <p:nvSpPr>
          <p:cNvPr id="7" name="Shape 5"/>
          <p:cNvSpPr/>
          <p:nvPr/>
        </p:nvSpPr>
        <p:spPr>
          <a:xfrm>
            <a:off x="4167328" y="1243200"/>
            <a:ext cx="320040" cy="384048"/>
          </a:xfrm>
          <a:prstGeom prst="rect">
            <a:avLst/>
          </a:prstGeom>
          <a:solidFill>
            <a:srgbClr val="1B3A8A"/>
          </a:solidFill>
          <a:ln/>
        </p:spPr>
        <p:txBody>
          <a:bodyPr/>
          <a:lstStyle/>
          <a:p>
            <a:endParaRPr lang="en-IN">
              <a:latin typeface="Lato" panose="020F0502020204030203" pitchFamily="34" charset="0"/>
            </a:endParaRPr>
          </a:p>
        </p:txBody>
      </p:sp>
      <p:sp>
        <p:nvSpPr>
          <p:cNvPr id="8" name="Text 6"/>
          <p:cNvSpPr/>
          <p:nvPr/>
        </p:nvSpPr>
        <p:spPr>
          <a:xfrm>
            <a:off x="326848" y="1279776"/>
            <a:ext cx="3840480" cy="310896"/>
          </a:xfrm>
          <a:prstGeom prst="rect">
            <a:avLst/>
          </a:prstGeom>
          <a:noFill/>
          <a:ln/>
        </p:spPr>
        <p:txBody>
          <a:bodyPr wrap="square" rtlCol="0" anchor="ctr"/>
          <a:lstStyle/>
          <a:p>
            <a:pPr marL="0" indent="0">
              <a:buNone/>
            </a:pPr>
            <a:r>
              <a:rPr lang="en-US" sz="1600" b="1" dirty="0">
                <a:latin typeface="Lato" panose="020F0502020204030203" pitchFamily="34" charset="0"/>
                <a:ea typeface="Calibri" pitchFamily="34" charset="-122"/>
                <a:cs typeface="Arial" panose="020B0604020202020204" pitchFamily="34" charset="0"/>
              </a:rPr>
              <a:t>Data Input / Source</a:t>
            </a:r>
            <a:endParaRPr lang="en-US" sz="1600" dirty="0">
              <a:latin typeface="Lato" panose="020F0502020204030203" pitchFamily="34" charset="0"/>
              <a:cs typeface="Arial" panose="020B0604020202020204" pitchFamily="34" charset="0"/>
            </a:endParaRPr>
          </a:p>
        </p:txBody>
      </p:sp>
      <p:sp>
        <p:nvSpPr>
          <p:cNvPr id="9" name="Text 7"/>
          <p:cNvSpPr/>
          <p:nvPr/>
        </p:nvSpPr>
        <p:spPr>
          <a:xfrm>
            <a:off x="326848" y="1700400"/>
            <a:ext cx="4023360" cy="1188720"/>
          </a:xfrm>
          <a:prstGeom prst="rect">
            <a:avLst/>
          </a:prstGeom>
          <a:noFill/>
          <a:ln/>
        </p:spPr>
        <p:txBody>
          <a:bodyPr wrap="square" rtlCol="0" anchor="t"/>
          <a:lstStyle/>
          <a:p>
            <a:r>
              <a:rPr lang="en-US" sz="1600" dirty="0">
                <a:solidFill>
                  <a:srgbClr val="1A1A2E"/>
                </a:solidFill>
                <a:latin typeface="Lato" panose="020F0502020204030203" pitchFamily="34" charset="0"/>
                <a:ea typeface="Calibri" pitchFamily="34" charset="-122"/>
                <a:cs typeface="Arial" panose="020B0604020202020204" pitchFamily="34" charset="0"/>
              </a:rPr>
              <a:t>House price dataset containing features like bedrooms, bathrooms, area, and price.</a:t>
            </a:r>
            <a:endParaRPr lang="en-US" sz="1600" dirty="0">
              <a:latin typeface="Lato" panose="020F0502020204030203" pitchFamily="34" charset="0"/>
              <a:cs typeface="Arial" panose="020B0604020202020204" pitchFamily="34" charset="0"/>
            </a:endParaRPr>
          </a:p>
        </p:txBody>
      </p:sp>
      <p:sp>
        <p:nvSpPr>
          <p:cNvPr id="10" name="Shape 8"/>
          <p:cNvSpPr/>
          <p:nvPr/>
        </p:nvSpPr>
        <p:spPr>
          <a:xfrm>
            <a:off x="4670248" y="1243200"/>
            <a:ext cx="4114800" cy="384048"/>
          </a:xfrm>
          <a:prstGeom prst="rect">
            <a:avLst/>
          </a:prstGeom>
          <a:solidFill>
            <a:schemeClr val="accent1">
              <a:lumMod val="20000"/>
              <a:lumOff val="80000"/>
            </a:schemeClr>
          </a:solidFill>
          <a:ln/>
        </p:spPr>
        <p:txBody>
          <a:bodyPr/>
          <a:lstStyle/>
          <a:p>
            <a:endParaRPr lang="en-IN" sz="1600" dirty="0">
              <a:latin typeface="Lato" panose="020F0502020204030203" pitchFamily="34" charset="0"/>
              <a:cs typeface="Arial" panose="020B0604020202020204" pitchFamily="34" charset="0"/>
            </a:endParaRPr>
          </a:p>
        </p:txBody>
      </p:sp>
      <p:sp>
        <p:nvSpPr>
          <p:cNvPr id="11" name="Shape 9"/>
          <p:cNvSpPr/>
          <p:nvPr/>
        </p:nvSpPr>
        <p:spPr>
          <a:xfrm>
            <a:off x="8602168" y="1243200"/>
            <a:ext cx="320040" cy="384048"/>
          </a:xfrm>
          <a:prstGeom prst="rect">
            <a:avLst/>
          </a:prstGeom>
          <a:solidFill>
            <a:srgbClr val="1B3A8A"/>
          </a:solidFill>
          <a:ln/>
        </p:spPr>
        <p:txBody>
          <a:bodyPr/>
          <a:lstStyle/>
          <a:p>
            <a:endParaRPr lang="en-IN">
              <a:latin typeface="Lato" panose="020F0502020204030203" pitchFamily="34" charset="0"/>
            </a:endParaRPr>
          </a:p>
        </p:txBody>
      </p:sp>
      <p:sp>
        <p:nvSpPr>
          <p:cNvPr id="12" name="Text 10"/>
          <p:cNvSpPr/>
          <p:nvPr/>
        </p:nvSpPr>
        <p:spPr>
          <a:xfrm>
            <a:off x="4761688" y="1279776"/>
            <a:ext cx="3840480" cy="310896"/>
          </a:xfrm>
          <a:prstGeom prst="rect">
            <a:avLst/>
          </a:prstGeom>
          <a:noFill/>
          <a:ln/>
        </p:spPr>
        <p:txBody>
          <a:bodyPr wrap="square" rtlCol="0" anchor="ctr"/>
          <a:lstStyle/>
          <a:p>
            <a:pPr marL="0" indent="0">
              <a:buNone/>
            </a:pPr>
            <a:r>
              <a:rPr lang="en-US" sz="1600" b="1" dirty="0">
                <a:latin typeface="Lato" panose="020F0502020204030203" pitchFamily="34" charset="0"/>
                <a:ea typeface="Calibri" pitchFamily="34" charset="-122"/>
                <a:cs typeface="Arial" panose="020B0604020202020204" pitchFamily="34" charset="0"/>
              </a:rPr>
              <a:t>Processing / Analysis</a:t>
            </a:r>
            <a:endParaRPr lang="en-US" sz="1600" dirty="0">
              <a:latin typeface="Lato" panose="020F0502020204030203" pitchFamily="34" charset="0"/>
              <a:cs typeface="Arial" panose="020B0604020202020204" pitchFamily="34" charset="0"/>
            </a:endParaRPr>
          </a:p>
        </p:txBody>
      </p:sp>
      <p:sp>
        <p:nvSpPr>
          <p:cNvPr id="13" name="Text 11"/>
          <p:cNvSpPr/>
          <p:nvPr/>
        </p:nvSpPr>
        <p:spPr>
          <a:xfrm>
            <a:off x="4761688" y="1700400"/>
            <a:ext cx="4023360" cy="1188720"/>
          </a:xfrm>
          <a:prstGeom prst="rect">
            <a:avLst/>
          </a:prstGeom>
          <a:noFill/>
          <a:ln/>
        </p:spPr>
        <p:txBody>
          <a:bodyPr wrap="square" rtlCol="0" anchor="t"/>
          <a:lstStyle/>
          <a:p>
            <a:r>
              <a:rPr lang="en-US" sz="1600" dirty="0">
                <a:latin typeface="Lato" panose="020F0502020204030203" pitchFamily="34" charset="0"/>
                <a:cs typeface="Arial" panose="020B0604020202020204" pitchFamily="34" charset="0"/>
              </a:rPr>
              <a:t>Data cleaning and analysis is done using Excel, including pivot tables and charts.</a:t>
            </a:r>
          </a:p>
        </p:txBody>
      </p:sp>
      <p:sp>
        <p:nvSpPr>
          <p:cNvPr id="14" name="Shape 12"/>
          <p:cNvSpPr/>
          <p:nvPr/>
        </p:nvSpPr>
        <p:spPr>
          <a:xfrm>
            <a:off x="235408" y="2969856"/>
            <a:ext cx="4114800" cy="384048"/>
          </a:xfrm>
          <a:prstGeom prst="rect">
            <a:avLst/>
          </a:prstGeom>
          <a:solidFill>
            <a:schemeClr val="accent1">
              <a:lumMod val="20000"/>
              <a:lumOff val="80000"/>
            </a:schemeClr>
          </a:solidFill>
          <a:ln/>
        </p:spPr>
        <p:txBody>
          <a:bodyPr/>
          <a:lstStyle/>
          <a:p>
            <a:endParaRPr lang="en-IN">
              <a:latin typeface="Lato" panose="020F0502020204030203" pitchFamily="34" charset="0"/>
            </a:endParaRPr>
          </a:p>
        </p:txBody>
      </p:sp>
      <p:sp>
        <p:nvSpPr>
          <p:cNvPr id="15" name="Shape 13"/>
          <p:cNvSpPr/>
          <p:nvPr/>
        </p:nvSpPr>
        <p:spPr>
          <a:xfrm>
            <a:off x="4167328" y="2969856"/>
            <a:ext cx="320040" cy="384048"/>
          </a:xfrm>
          <a:prstGeom prst="rect">
            <a:avLst/>
          </a:prstGeom>
          <a:solidFill>
            <a:srgbClr val="1B3A8A"/>
          </a:solidFill>
          <a:ln/>
        </p:spPr>
        <p:txBody>
          <a:bodyPr/>
          <a:lstStyle/>
          <a:p>
            <a:endParaRPr lang="en-IN">
              <a:latin typeface="Lato" panose="020F0502020204030203" pitchFamily="34" charset="0"/>
            </a:endParaRPr>
          </a:p>
        </p:txBody>
      </p:sp>
      <p:sp>
        <p:nvSpPr>
          <p:cNvPr id="16" name="Text 14"/>
          <p:cNvSpPr/>
          <p:nvPr/>
        </p:nvSpPr>
        <p:spPr>
          <a:xfrm>
            <a:off x="326848" y="3006432"/>
            <a:ext cx="3840480" cy="310896"/>
          </a:xfrm>
          <a:prstGeom prst="rect">
            <a:avLst/>
          </a:prstGeom>
          <a:noFill/>
          <a:ln/>
        </p:spPr>
        <p:txBody>
          <a:bodyPr wrap="square" rtlCol="0" anchor="ctr"/>
          <a:lstStyle/>
          <a:p>
            <a:pPr marL="0" indent="0">
              <a:buNone/>
            </a:pPr>
            <a:r>
              <a:rPr lang="en-US" sz="1600" b="1" dirty="0">
                <a:latin typeface="Lato" panose="020F0502020204030203" pitchFamily="34" charset="0"/>
                <a:ea typeface="Calibri" pitchFamily="34" charset="-122"/>
                <a:cs typeface="Arial" panose="020B0604020202020204" pitchFamily="34" charset="0"/>
              </a:rPr>
              <a:t>AI / Tool Integration</a:t>
            </a:r>
            <a:endParaRPr lang="en-US" sz="1600" dirty="0">
              <a:latin typeface="Lato" panose="020F0502020204030203" pitchFamily="34" charset="0"/>
              <a:cs typeface="Arial" panose="020B0604020202020204" pitchFamily="34" charset="0"/>
            </a:endParaRPr>
          </a:p>
        </p:txBody>
      </p:sp>
      <p:sp>
        <p:nvSpPr>
          <p:cNvPr id="17" name="Text 15"/>
          <p:cNvSpPr/>
          <p:nvPr/>
        </p:nvSpPr>
        <p:spPr>
          <a:xfrm>
            <a:off x="221790" y="3434640"/>
            <a:ext cx="4023360" cy="1188720"/>
          </a:xfrm>
          <a:prstGeom prst="rect">
            <a:avLst/>
          </a:prstGeom>
          <a:noFill/>
          <a:ln/>
        </p:spPr>
        <p:txBody>
          <a:bodyPr wrap="square" rtlCol="0" anchor="t"/>
          <a:lstStyle/>
          <a:p>
            <a:r>
              <a:rPr lang="en-US" sz="1600" dirty="0">
                <a:latin typeface="Lato" panose="020F0502020204030203" pitchFamily="34" charset="0"/>
                <a:cs typeface="Arial" panose="020B0604020202020204" pitchFamily="34" charset="0"/>
              </a:rPr>
              <a:t>AI chatbot is created using Microsoft Copilot Studio to answer user queries.</a:t>
            </a:r>
          </a:p>
        </p:txBody>
      </p:sp>
      <p:sp>
        <p:nvSpPr>
          <p:cNvPr id="18" name="Shape 16"/>
          <p:cNvSpPr/>
          <p:nvPr/>
        </p:nvSpPr>
        <p:spPr>
          <a:xfrm>
            <a:off x="4670248" y="2969856"/>
            <a:ext cx="4114800" cy="384048"/>
          </a:xfrm>
          <a:prstGeom prst="rect">
            <a:avLst/>
          </a:prstGeom>
          <a:solidFill>
            <a:schemeClr val="accent1">
              <a:lumMod val="20000"/>
              <a:lumOff val="80000"/>
            </a:schemeClr>
          </a:solidFill>
          <a:ln/>
        </p:spPr>
        <p:txBody>
          <a:bodyPr/>
          <a:lstStyle/>
          <a:p>
            <a:endParaRPr lang="en-IN">
              <a:latin typeface="Lato" panose="020F0502020204030203" pitchFamily="34" charset="0"/>
            </a:endParaRPr>
          </a:p>
        </p:txBody>
      </p:sp>
      <p:sp>
        <p:nvSpPr>
          <p:cNvPr id="19" name="Shape 17"/>
          <p:cNvSpPr/>
          <p:nvPr/>
        </p:nvSpPr>
        <p:spPr>
          <a:xfrm>
            <a:off x="8602168" y="2969856"/>
            <a:ext cx="320040" cy="384048"/>
          </a:xfrm>
          <a:prstGeom prst="rect">
            <a:avLst/>
          </a:prstGeom>
          <a:solidFill>
            <a:srgbClr val="1B3A8A"/>
          </a:solidFill>
          <a:ln/>
        </p:spPr>
        <p:txBody>
          <a:bodyPr/>
          <a:lstStyle/>
          <a:p>
            <a:endParaRPr lang="en-IN">
              <a:latin typeface="Lato" panose="020F0502020204030203" pitchFamily="34" charset="0"/>
            </a:endParaRPr>
          </a:p>
        </p:txBody>
      </p:sp>
      <p:sp>
        <p:nvSpPr>
          <p:cNvPr id="20" name="Text 18"/>
          <p:cNvSpPr/>
          <p:nvPr/>
        </p:nvSpPr>
        <p:spPr>
          <a:xfrm>
            <a:off x="4761688" y="3006432"/>
            <a:ext cx="3840480" cy="310896"/>
          </a:xfrm>
          <a:prstGeom prst="rect">
            <a:avLst/>
          </a:prstGeom>
          <a:noFill/>
          <a:ln/>
        </p:spPr>
        <p:txBody>
          <a:bodyPr wrap="square" rtlCol="0" anchor="ctr"/>
          <a:lstStyle/>
          <a:p>
            <a:pPr marL="0" indent="0">
              <a:buNone/>
            </a:pPr>
            <a:r>
              <a:rPr lang="en-US" sz="1600" b="1" dirty="0">
                <a:latin typeface="Lato" panose="020F0502020204030203" pitchFamily="34" charset="0"/>
                <a:ea typeface="Calibri" pitchFamily="34" charset="-122"/>
                <a:cs typeface="Arial" panose="020B0604020202020204" pitchFamily="34" charset="0"/>
              </a:rPr>
              <a:t>Output / Dashboard</a:t>
            </a:r>
            <a:endParaRPr lang="en-US" sz="1600" dirty="0">
              <a:latin typeface="Lato" panose="020F0502020204030203" pitchFamily="34" charset="0"/>
              <a:cs typeface="Arial" panose="020B0604020202020204" pitchFamily="34" charset="0"/>
            </a:endParaRPr>
          </a:p>
        </p:txBody>
      </p:sp>
      <p:sp>
        <p:nvSpPr>
          <p:cNvPr id="21" name="Text 19"/>
          <p:cNvSpPr/>
          <p:nvPr/>
        </p:nvSpPr>
        <p:spPr>
          <a:xfrm>
            <a:off x="4761688" y="3427056"/>
            <a:ext cx="4023360" cy="1188720"/>
          </a:xfrm>
          <a:prstGeom prst="rect">
            <a:avLst/>
          </a:prstGeom>
          <a:noFill/>
          <a:ln/>
        </p:spPr>
        <p:txBody>
          <a:bodyPr wrap="square" rtlCol="0" anchor="t"/>
          <a:lstStyle/>
          <a:p>
            <a:r>
              <a:rPr lang="en-US" sz="1600" dirty="0">
                <a:solidFill>
                  <a:srgbClr val="1A1A2E"/>
                </a:solidFill>
                <a:latin typeface="Lato" panose="020F0502020204030203" pitchFamily="34" charset="0"/>
                <a:ea typeface="Calibri" pitchFamily="34" charset="-122"/>
                <a:cs typeface="Arial" panose="020B0604020202020204" pitchFamily="34" charset="0"/>
              </a:rPr>
              <a:t>Excel dashboard and chatbot responses showing insights and answers.</a:t>
            </a:r>
            <a:endParaRPr lang="en-US" sz="1600" dirty="0">
              <a:latin typeface="Lato" panose="020F0502020204030203" pitchFamily="34" charset="0"/>
              <a:cs typeface="Arial" panose="020B0604020202020204" pitchFamily="34" charset="0"/>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6" presetClass="entr" presetSubtype="21"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barn(inVertical)">
                                      <p:cBhvr>
                                        <p:cTn id="13" dur="500"/>
                                        <p:tgtEl>
                                          <p:spTgt spid="8"/>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2" fill="hold" grpId="0" nodeType="clickEffect">
                                  <p:stCondLst>
                                    <p:cond delay="0"/>
                                  </p:stCondLst>
                                  <p:childTnLst>
                                    <p:set>
                                      <p:cBhvr>
                                        <p:cTn id="17" dur="1" fill="hold">
                                          <p:stCondLst>
                                            <p:cond delay="0"/>
                                          </p:stCondLst>
                                        </p:cTn>
                                        <p:tgtEl>
                                          <p:spTgt spid="7"/>
                                        </p:tgtEl>
                                        <p:attrNameLst>
                                          <p:attrName>style.visibility</p:attrName>
                                        </p:attrNameLst>
                                      </p:cBhvr>
                                      <p:to>
                                        <p:strVal val="visible"/>
                                      </p:to>
                                    </p:set>
                                    <p:anim calcmode="lin" valueType="num">
                                      <p:cBhvr additive="base">
                                        <p:cTn id="18" dur="500" fill="hold"/>
                                        <p:tgtEl>
                                          <p:spTgt spid="7"/>
                                        </p:tgtEl>
                                        <p:attrNameLst>
                                          <p:attrName>ppt_x</p:attrName>
                                        </p:attrNameLst>
                                      </p:cBhvr>
                                      <p:tavLst>
                                        <p:tav tm="0">
                                          <p:val>
                                            <p:strVal val="1+#ppt_w/2"/>
                                          </p:val>
                                        </p:tav>
                                        <p:tav tm="100000">
                                          <p:val>
                                            <p:strVal val="#ppt_x"/>
                                          </p:val>
                                        </p:tav>
                                      </p:tavLst>
                                    </p:anim>
                                    <p:anim calcmode="lin" valueType="num">
                                      <p:cBhvr additive="base">
                                        <p:cTn id="19" dur="500" fill="hold"/>
                                        <p:tgtEl>
                                          <p:spTgt spid="7"/>
                                        </p:tgtEl>
                                        <p:attrNameLst>
                                          <p:attrName>ppt_y</p:attrName>
                                        </p:attrNameLst>
                                      </p:cBhvr>
                                      <p:tavLst>
                                        <p:tav tm="0">
                                          <p:val>
                                            <p:strVal val="#ppt_y"/>
                                          </p:val>
                                        </p:tav>
                                        <p:tav tm="100000">
                                          <p:val>
                                            <p:strVal val="#ppt_y"/>
                                          </p:val>
                                        </p:tav>
                                      </p:tavLst>
                                    </p:anim>
                                  </p:childTnLst>
                                </p:cTn>
                              </p:par>
                              <p:par>
                                <p:cTn id="20" presetID="2" presetClass="entr" presetSubtype="2" fill="hold" grpId="0" nodeType="withEffect">
                                  <p:stCondLst>
                                    <p:cond delay="0"/>
                                  </p:stCondLst>
                                  <p:childTnLst>
                                    <p:set>
                                      <p:cBhvr>
                                        <p:cTn id="21" dur="1" fill="hold">
                                          <p:stCondLst>
                                            <p:cond delay="0"/>
                                          </p:stCondLst>
                                        </p:cTn>
                                        <p:tgtEl>
                                          <p:spTgt spid="6"/>
                                        </p:tgtEl>
                                        <p:attrNameLst>
                                          <p:attrName>style.visibility</p:attrName>
                                        </p:attrNameLst>
                                      </p:cBhvr>
                                      <p:to>
                                        <p:strVal val="visible"/>
                                      </p:to>
                                    </p:set>
                                    <p:anim calcmode="lin" valueType="num">
                                      <p:cBhvr additive="base">
                                        <p:cTn id="22" dur="500" fill="hold"/>
                                        <p:tgtEl>
                                          <p:spTgt spid="6"/>
                                        </p:tgtEl>
                                        <p:attrNameLst>
                                          <p:attrName>ppt_x</p:attrName>
                                        </p:attrNameLst>
                                      </p:cBhvr>
                                      <p:tavLst>
                                        <p:tav tm="0">
                                          <p:val>
                                            <p:strVal val="1+#ppt_w/2"/>
                                          </p:val>
                                        </p:tav>
                                        <p:tav tm="100000">
                                          <p:val>
                                            <p:strVal val="#ppt_x"/>
                                          </p:val>
                                        </p:tav>
                                      </p:tavLst>
                                    </p:anim>
                                    <p:anim calcmode="lin" valueType="num">
                                      <p:cBhvr additive="base">
                                        <p:cTn id="23"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8" fill="hold" grpId="0" nodeType="clickEffect">
                                  <p:stCondLst>
                                    <p:cond delay="0"/>
                                  </p:stCondLst>
                                  <p:childTnLst>
                                    <p:set>
                                      <p:cBhvr>
                                        <p:cTn id="27" dur="1" fill="hold">
                                          <p:stCondLst>
                                            <p:cond delay="0"/>
                                          </p:stCondLst>
                                        </p:cTn>
                                        <p:tgtEl>
                                          <p:spTgt spid="10"/>
                                        </p:tgtEl>
                                        <p:attrNameLst>
                                          <p:attrName>style.visibility</p:attrName>
                                        </p:attrNameLst>
                                      </p:cBhvr>
                                      <p:to>
                                        <p:strVal val="visible"/>
                                      </p:to>
                                    </p:set>
                                    <p:anim calcmode="lin" valueType="num">
                                      <p:cBhvr additive="base">
                                        <p:cTn id="28" dur="500" fill="hold"/>
                                        <p:tgtEl>
                                          <p:spTgt spid="10"/>
                                        </p:tgtEl>
                                        <p:attrNameLst>
                                          <p:attrName>ppt_x</p:attrName>
                                        </p:attrNameLst>
                                      </p:cBhvr>
                                      <p:tavLst>
                                        <p:tav tm="0">
                                          <p:val>
                                            <p:strVal val="0-#ppt_w/2"/>
                                          </p:val>
                                        </p:tav>
                                        <p:tav tm="100000">
                                          <p:val>
                                            <p:strVal val="#ppt_x"/>
                                          </p:val>
                                        </p:tav>
                                      </p:tavLst>
                                    </p:anim>
                                    <p:anim calcmode="lin" valueType="num">
                                      <p:cBhvr additive="base">
                                        <p:cTn id="29" dur="500" fill="hold"/>
                                        <p:tgtEl>
                                          <p:spTgt spid="10"/>
                                        </p:tgtEl>
                                        <p:attrNameLst>
                                          <p:attrName>ppt_y</p:attrName>
                                        </p:attrNameLst>
                                      </p:cBhvr>
                                      <p:tavLst>
                                        <p:tav tm="0">
                                          <p:val>
                                            <p:strVal val="#ppt_y"/>
                                          </p:val>
                                        </p:tav>
                                        <p:tav tm="100000">
                                          <p:val>
                                            <p:strVal val="#ppt_y"/>
                                          </p:val>
                                        </p:tav>
                                      </p:tavLst>
                                    </p:anim>
                                  </p:childTnLst>
                                </p:cTn>
                              </p:par>
                              <p:par>
                                <p:cTn id="30" presetID="2" presetClass="entr" presetSubtype="8"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 calcmode="lin" valueType="num">
                                      <p:cBhvr additive="base">
                                        <p:cTn id="32" dur="500" fill="hold"/>
                                        <p:tgtEl>
                                          <p:spTgt spid="11"/>
                                        </p:tgtEl>
                                        <p:attrNameLst>
                                          <p:attrName>ppt_x</p:attrName>
                                        </p:attrNameLst>
                                      </p:cBhvr>
                                      <p:tavLst>
                                        <p:tav tm="0">
                                          <p:val>
                                            <p:strVal val="0-#ppt_w/2"/>
                                          </p:val>
                                        </p:tav>
                                        <p:tav tm="100000">
                                          <p:val>
                                            <p:strVal val="#ppt_x"/>
                                          </p:val>
                                        </p:tav>
                                      </p:tavLst>
                                    </p:anim>
                                    <p:anim calcmode="lin" valueType="num">
                                      <p:cBhvr additive="base">
                                        <p:cTn id="33" dur="500" fill="hold"/>
                                        <p:tgtEl>
                                          <p:spTgt spid="11"/>
                                        </p:tgtEl>
                                        <p:attrNameLst>
                                          <p:attrName>ppt_y</p:attrName>
                                        </p:attrNameLst>
                                      </p:cBhvr>
                                      <p:tavLst>
                                        <p:tav tm="0">
                                          <p:val>
                                            <p:strVal val="#ppt_y"/>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2" presetClass="entr" presetSubtype="2" fill="hold" grpId="0" nodeType="clickEffect">
                                  <p:stCondLst>
                                    <p:cond delay="0"/>
                                  </p:stCondLst>
                                  <p:childTnLst>
                                    <p:set>
                                      <p:cBhvr>
                                        <p:cTn id="37" dur="1" fill="hold">
                                          <p:stCondLst>
                                            <p:cond delay="0"/>
                                          </p:stCondLst>
                                        </p:cTn>
                                        <p:tgtEl>
                                          <p:spTgt spid="14"/>
                                        </p:tgtEl>
                                        <p:attrNameLst>
                                          <p:attrName>style.visibility</p:attrName>
                                        </p:attrNameLst>
                                      </p:cBhvr>
                                      <p:to>
                                        <p:strVal val="visible"/>
                                      </p:to>
                                    </p:set>
                                    <p:anim calcmode="lin" valueType="num">
                                      <p:cBhvr additive="base">
                                        <p:cTn id="38" dur="500" fill="hold"/>
                                        <p:tgtEl>
                                          <p:spTgt spid="14"/>
                                        </p:tgtEl>
                                        <p:attrNameLst>
                                          <p:attrName>ppt_x</p:attrName>
                                        </p:attrNameLst>
                                      </p:cBhvr>
                                      <p:tavLst>
                                        <p:tav tm="0">
                                          <p:val>
                                            <p:strVal val="1+#ppt_w/2"/>
                                          </p:val>
                                        </p:tav>
                                        <p:tav tm="100000">
                                          <p:val>
                                            <p:strVal val="#ppt_x"/>
                                          </p:val>
                                        </p:tav>
                                      </p:tavLst>
                                    </p:anim>
                                    <p:anim calcmode="lin" valueType="num">
                                      <p:cBhvr additive="base">
                                        <p:cTn id="39" dur="500" fill="hold"/>
                                        <p:tgtEl>
                                          <p:spTgt spid="14"/>
                                        </p:tgtEl>
                                        <p:attrNameLst>
                                          <p:attrName>ppt_y</p:attrName>
                                        </p:attrNameLst>
                                      </p:cBhvr>
                                      <p:tavLst>
                                        <p:tav tm="0">
                                          <p:val>
                                            <p:strVal val="#ppt_y"/>
                                          </p:val>
                                        </p:tav>
                                        <p:tav tm="100000">
                                          <p:val>
                                            <p:strVal val="#ppt_y"/>
                                          </p:val>
                                        </p:tav>
                                      </p:tavLst>
                                    </p:anim>
                                  </p:childTnLst>
                                </p:cTn>
                              </p:par>
                              <p:par>
                                <p:cTn id="40" presetID="2" presetClass="entr" presetSubtype="2" fill="hold" grpId="0" nodeType="withEffect">
                                  <p:stCondLst>
                                    <p:cond delay="0"/>
                                  </p:stCondLst>
                                  <p:childTnLst>
                                    <p:set>
                                      <p:cBhvr>
                                        <p:cTn id="41" dur="1" fill="hold">
                                          <p:stCondLst>
                                            <p:cond delay="0"/>
                                          </p:stCondLst>
                                        </p:cTn>
                                        <p:tgtEl>
                                          <p:spTgt spid="15"/>
                                        </p:tgtEl>
                                        <p:attrNameLst>
                                          <p:attrName>style.visibility</p:attrName>
                                        </p:attrNameLst>
                                      </p:cBhvr>
                                      <p:to>
                                        <p:strVal val="visible"/>
                                      </p:to>
                                    </p:set>
                                    <p:anim calcmode="lin" valueType="num">
                                      <p:cBhvr additive="base">
                                        <p:cTn id="42" dur="500" fill="hold"/>
                                        <p:tgtEl>
                                          <p:spTgt spid="15"/>
                                        </p:tgtEl>
                                        <p:attrNameLst>
                                          <p:attrName>ppt_x</p:attrName>
                                        </p:attrNameLst>
                                      </p:cBhvr>
                                      <p:tavLst>
                                        <p:tav tm="0">
                                          <p:val>
                                            <p:strVal val="1+#ppt_w/2"/>
                                          </p:val>
                                        </p:tav>
                                        <p:tav tm="100000">
                                          <p:val>
                                            <p:strVal val="#ppt_x"/>
                                          </p:val>
                                        </p:tav>
                                      </p:tavLst>
                                    </p:anim>
                                    <p:anim calcmode="lin" valueType="num">
                                      <p:cBhvr additive="base">
                                        <p:cTn id="43" dur="500" fill="hold"/>
                                        <p:tgtEl>
                                          <p:spTgt spid="15"/>
                                        </p:tgtEl>
                                        <p:attrNameLst>
                                          <p:attrName>ppt_y</p:attrName>
                                        </p:attrNameLst>
                                      </p:cBhvr>
                                      <p:tavLst>
                                        <p:tav tm="0">
                                          <p:val>
                                            <p:strVal val="#ppt_y"/>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2" presetClass="entr" presetSubtype="8" fill="hold" grpId="0" nodeType="clickEffect">
                                  <p:stCondLst>
                                    <p:cond delay="0"/>
                                  </p:stCondLst>
                                  <p:childTnLst>
                                    <p:set>
                                      <p:cBhvr>
                                        <p:cTn id="47" dur="1" fill="hold">
                                          <p:stCondLst>
                                            <p:cond delay="0"/>
                                          </p:stCondLst>
                                        </p:cTn>
                                        <p:tgtEl>
                                          <p:spTgt spid="18"/>
                                        </p:tgtEl>
                                        <p:attrNameLst>
                                          <p:attrName>style.visibility</p:attrName>
                                        </p:attrNameLst>
                                      </p:cBhvr>
                                      <p:to>
                                        <p:strVal val="visible"/>
                                      </p:to>
                                    </p:set>
                                    <p:anim calcmode="lin" valueType="num">
                                      <p:cBhvr additive="base">
                                        <p:cTn id="48" dur="500" fill="hold"/>
                                        <p:tgtEl>
                                          <p:spTgt spid="18"/>
                                        </p:tgtEl>
                                        <p:attrNameLst>
                                          <p:attrName>ppt_x</p:attrName>
                                        </p:attrNameLst>
                                      </p:cBhvr>
                                      <p:tavLst>
                                        <p:tav tm="0">
                                          <p:val>
                                            <p:strVal val="0-#ppt_w/2"/>
                                          </p:val>
                                        </p:tav>
                                        <p:tav tm="100000">
                                          <p:val>
                                            <p:strVal val="#ppt_x"/>
                                          </p:val>
                                        </p:tav>
                                      </p:tavLst>
                                    </p:anim>
                                    <p:anim calcmode="lin" valueType="num">
                                      <p:cBhvr additive="base">
                                        <p:cTn id="49" dur="500" fill="hold"/>
                                        <p:tgtEl>
                                          <p:spTgt spid="18"/>
                                        </p:tgtEl>
                                        <p:attrNameLst>
                                          <p:attrName>ppt_y</p:attrName>
                                        </p:attrNameLst>
                                      </p:cBhvr>
                                      <p:tavLst>
                                        <p:tav tm="0">
                                          <p:val>
                                            <p:strVal val="#ppt_y"/>
                                          </p:val>
                                        </p:tav>
                                        <p:tav tm="100000">
                                          <p:val>
                                            <p:strVal val="#ppt_y"/>
                                          </p:val>
                                        </p:tav>
                                      </p:tavLst>
                                    </p:anim>
                                  </p:childTnLst>
                                </p:cTn>
                              </p:par>
                              <p:par>
                                <p:cTn id="50" presetID="2" presetClass="entr" presetSubtype="8" fill="hold" grpId="0" nodeType="withEffect">
                                  <p:stCondLst>
                                    <p:cond delay="0"/>
                                  </p:stCondLst>
                                  <p:childTnLst>
                                    <p:set>
                                      <p:cBhvr>
                                        <p:cTn id="51" dur="1" fill="hold">
                                          <p:stCondLst>
                                            <p:cond delay="0"/>
                                          </p:stCondLst>
                                        </p:cTn>
                                        <p:tgtEl>
                                          <p:spTgt spid="19"/>
                                        </p:tgtEl>
                                        <p:attrNameLst>
                                          <p:attrName>style.visibility</p:attrName>
                                        </p:attrNameLst>
                                      </p:cBhvr>
                                      <p:to>
                                        <p:strVal val="visible"/>
                                      </p:to>
                                    </p:set>
                                    <p:anim calcmode="lin" valueType="num">
                                      <p:cBhvr additive="base">
                                        <p:cTn id="52" dur="500" fill="hold"/>
                                        <p:tgtEl>
                                          <p:spTgt spid="19"/>
                                        </p:tgtEl>
                                        <p:attrNameLst>
                                          <p:attrName>ppt_x</p:attrName>
                                        </p:attrNameLst>
                                      </p:cBhvr>
                                      <p:tavLst>
                                        <p:tav tm="0">
                                          <p:val>
                                            <p:strVal val="0-#ppt_w/2"/>
                                          </p:val>
                                        </p:tav>
                                        <p:tav tm="100000">
                                          <p:val>
                                            <p:strVal val="#ppt_x"/>
                                          </p:val>
                                        </p:tav>
                                      </p:tavLst>
                                    </p:anim>
                                    <p:anim calcmode="lin" valueType="num">
                                      <p:cBhvr additive="base">
                                        <p:cTn id="53" dur="500" fill="hold"/>
                                        <p:tgtEl>
                                          <p:spTgt spid="19"/>
                                        </p:tgtEl>
                                        <p:attrNameLst>
                                          <p:attrName>ppt_y</p:attrName>
                                        </p:attrNameLst>
                                      </p:cBhvr>
                                      <p:tavLst>
                                        <p:tav tm="0">
                                          <p:val>
                                            <p:strVal val="#ppt_y"/>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16" presetClass="entr" presetSubtype="21" fill="hold" grpId="0" nodeType="clickEffect">
                                  <p:stCondLst>
                                    <p:cond delay="0"/>
                                  </p:stCondLst>
                                  <p:childTnLst>
                                    <p:set>
                                      <p:cBhvr>
                                        <p:cTn id="57" dur="1" fill="hold">
                                          <p:stCondLst>
                                            <p:cond delay="0"/>
                                          </p:stCondLst>
                                        </p:cTn>
                                        <p:tgtEl>
                                          <p:spTgt spid="12"/>
                                        </p:tgtEl>
                                        <p:attrNameLst>
                                          <p:attrName>style.visibility</p:attrName>
                                        </p:attrNameLst>
                                      </p:cBhvr>
                                      <p:to>
                                        <p:strVal val="visible"/>
                                      </p:to>
                                    </p:set>
                                    <p:animEffect transition="in" filter="barn(inVertical)">
                                      <p:cBhvr>
                                        <p:cTn id="58" dur="500"/>
                                        <p:tgtEl>
                                          <p:spTgt spid="12"/>
                                        </p:tgtEl>
                                      </p:cBhvr>
                                    </p:animEffect>
                                  </p:childTnLst>
                                </p:cTn>
                              </p:par>
                            </p:childTnLst>
                          </p:cTn>
                        </p:par>
                      </p:childTnLst>
                    </p:cTn>
                  </p:par>
                  <p:par>
                    <p:cTn id="59" fill="hold">
                      <p:stCondLst>
                        <p:cond delay="indefinite"/>
                      </p:stCondLst>
                      <p:childTnLst>
                        <p:par>
                          <p:cTn id="60" fill="hold">
                            <p:stCondLst>
                              <p:cond delay="0"/>
                            </p:stCondLst>
                            <p:childTnLst>
                              <p:par>
                                <p:cTn id="61" presetID="16" presetClass="entr" presetSubtype="21" fill="hold" grpId="0" nodeType="click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barn(inVertical)">
                                      <p:cBhvr>
                                        <p:cTn id="63" dur="500"/>
                                        <p:tgtEl>
                                          <p:spTgt spid="16"/>
                                        </p:tgtEl>
                                      </p:cBhvr>
                                    </p:animEffect>
                                  </p:childTnLst>
                                </p:cTn>
                              </p:par>
                            </p:childTnLst>
                          </p:cTn>
                        </p:par>
                      </p:childTnLst>
                    </p:cTn>
                  </p:par>
                  <p:par>
                    <p:cTn id="64" fill="hold">
                      <p:stCondLst>
                        <p:cond delay="indefinite"/>
                      </p:stCondLst>
                      <p:childTnLst>
                        <p:par>
                          <p:cTn id="65" fill="hold">
                            <p:stCondLst>
                              <p:cond delay="0"/>
                            </p:stCondLst>
                            <p:childTnLst>
                              <p:par>
                                <p:cTn id="66" presetID="16" presetClass="entr" presetSubtype="21" fill="hold" grpId="0" nodeType="clickEffect">
                                  <p:stCondLst>
                                    <p:cond delay="0"/>
                                  </p:stCondLst>
                                  <p:childTnLst>
                                    <p:set>
                                      <p:cBhvr>
                                        <p:cTn id="67" dur="1" fill="hold">
                                          <p:stCondLst>
                                            <p:cond delay="0"/>
                                          </p:stCondLst>
                                        </p:cTn>
                                        <p:tgtEl>
                                          <p:spTgt spid="20"/>
                                        </p:tgtEl>
                                        <p:attrNameLst>
                                          <p:attrName>style.visibility</p:attrName>
                                        </p:attrNameLst>
                                      </p:cBhvr>
                                      <p:to>
                                        <p:strVal val="visible"/>
                                      </p:to>
                                    </p:set>
                                    <p:animEffect transition="in" filter="barn(inVertical)">
                                      <p:cBhvr>
                                        <p:cTn id="68" dur="500"/>
                                        <p:tgtEl>
                                          <p:spTgt spid="20"/>
                                        </p:tgtEl>
                                      </p:cBhvr>
                                    </p:animEffect>
                                  </p:childTnLst>
                                </p:cTn>
                              </p:par>
                            </p:childTnLst>
                          </p:cTn>
                        </p:par>
                      </p:childTnLst>
                    </p:cTn>
                  </p:par>
                  <p:par>
                    <p:cTn id="69" fill="hold">
                      <p:stCondLst>
                        <p:cond delay="indefinite"/>
                      </p:stCondLst>
                      <p:childTnLst>
                        <p:par>
                          <p:cTn id="70" fill="hold">
                            <p:stCondLst>
                              <p:cond delay="0"/>
                            </p:stCondLst>
                            <p:childTnLst>
                              <p:par>
                                <p:cTn id="71" presetID="42" presetClass="entr" presetSubtype="0" fill="hold" grpId="0" nodeType="clickEffect">
                                  <p:stCondLst>
                                    <p:cond delay="0"/>
                                  </p:stCondLst>
                                  <p:childTnLst>
                                    <p:set>
                                      <p:cBhvr>
                                        <p:cTn id="72" dur="1" fill="hold">
                                          <p:stCondLst>
                                            <p:cond delay="0"/>
                                          </p:stCondLst>
                                        </p:cTn>
                                        <p:tgtEl>
                                          <p:spTgt spid="9"/>
                                        </p:tgtEl>
                                        <p:attrNameLst>
                                          <p:attrName>style.visibility</p:attrName>
                                        </p:attrNameLst>
                                      </p:cBhvr>
                                      <p:to>
                                        <p:strVal val="visible"/>
                                      </p:to>
                                    </p:set>
                                    <p:animEffect transition="in" filter="fade">
                                      <p:cBhvr>
                                        <p:cTn id="73" dur="1000"/>
                                        <p:tgtEl>
                                          <p:spTgt spid="9"/>
                                        </p:tgtEl>
                                      </p:cBhvr>
                                    </p:animEffect>
                                    <p:anim calcmode="lin" valueType="num">
                                      <p:cBhvr>
                                        <p:cTn id="74" dur="1000" fill="hold"/>
                                        <p:tgtEl>
                                          <p:spTgt spid="9"/>
                                        </p:tgtEl>
                                        <p:attrNameLst>
                                          <p:attrName>ppt_x</p:attrName>
                                        </p:attrNameLst>
                                      </p:cBhvr>
                                      <p:tavLst>
                                        <p:tav tm="0">
                                          <p:val>
                                            <p:strVal val="#ppt_x"/>
                                          </p:val>
                                        </p:tav>
                                        <p:tav tm="100000">
                                          <p:val>
                                            <p:strVal val="#ppt_x"/>
                                          </p:val>
                                        </p:tav>
                                      </p:tavLst>
                                    </p:anim>
                                    <p:anim calcmode="lin" valueType="num">
                                      <p:cBhvr>
                                        <p:cTn id="75"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76" fill="hold">
                      <p:stCondLst>
                        <p:cond delay="indefinite"/>
                      </p:stCondLst>
                      <p:childTnLst>
                        <p:par>
                          <p:cTn id="77" fill="hold">
                            <p:stCondLst>
                              <p:cond delay="0"/>
                            </p:stCondLst>
                            <p:childTnLst>
                              <p:par>
                                <p:cTn id="78" presetID="42" presetClass="entr" presetSubtype="0" fill="hold" grpId="0" nodeType="clickEffect">
                                  <p:stCondLst>
                                    <p:cond delay="0"/>
                                  </p:stCondLst>
                                  <p:childTnLst>
                                    <p:set>
                                      <p:cBhvr>
                                        <p:cTn id="79" dur="1" fill="hold">
                                          <p:stCondLst>
                                            <p:cond delay="0"/>
                                          </p:stCondLst>
                                        </p:cTn>
                                        <p:tgtEl>
                                          <p:spTgt spid="13"/>
                                        </p:tgtEl>
                                        <p:attrNameLst>
                                          <p:attrName>style.visibility</p:attrName>
                                        </p:attrNameLst>
                                      </p:cBhvr>
                                      <p:to>
                                        <p:strVal val="visible"/>
                                      </p:to>
                                    </p:set>
                                    <p:animEffect transition="in" filter="fade">
                                      <p:cBhvr>
                                        <p:cTn id="80" dur="1000"/>
                                        <p:tgtEl>
                                          <p:spTgt spid="13"/>
                                        </p:tgtEl>
                                      </p:cBhvr>
                                    </p:animEffect>
                                    <p:anim calcmode="lin" valueType="num">
                                      <p:cBhvr>
                                        <p:cTn id="81" dur="1000" fill="hold"/>
                                        <p:tgtEl>
                                          <p:spTgt spid="13"/>
                                        </p:tgtEl>
                                        <p:attrNameLst>
                                          <p:attrName>ppt_x</p:attrName>
                                        </p:attrNameLst>
                                      </p:cBhvr>
                                      <p:tavLst>
                                        <p:tav tm="0">
                                          <p:val>
                                            <p:strVal val="#ppt_x"/>
                                          </p:val>
                                        </p:tav>
                                        <p:tav tm="100000">
                                          <p:val>
                                            <p:strVal val="#ppt_x"/>
                                          </p:val>
                                        </p:tav>
                                      </p:tavLst>
                                    </p:anim>
                                    <p:anim calcmode="lin" valueType="num">
                                      <p:cBhvr>
                                        <p:cTn id="82"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83" fill="hold">
                      <p:stCondLst>
                        <p:cond delay="indefinite"/>
                      </p:stCondLst>
                      <p:childTnLst>
                        <p:par>
                          <p:cTn id="84" fill="hold">
                            <p:stCondLst>
                              <p:cond delay="0"/>
                            </p:stCondLst>
                            <p:childTnLst>
                              <p:par>
                                <p:cTn id="85" presetID="42" presetClass="entr" presetSubtype="0" fill="hold" grpId="0" nodeType="clickEffect">
                                  <p:stCondLst>
                                    <p:cond delay="0"/>
                                  </p:stCondLst>
                                  <p:childTnLst>
                                    <p:set>
                                      <p:cBhvr>
                                        <p:cTn id="86" dur="1" fill="hold">
                                          <p:stCondLst>
                                            <p:cond delay="0"/>
                                          </p:stCondLst>
                                        </p:cTn>
                                        <p:tgtEl>
                                          <p:spTgt spid="17"/>
                                        </p:tgtEl>
                                        <p:attrNameLst>
                                          <p:attrName>style.visibility</p:attrName>
                                        </p:attrNameLst>
                                      </p:cBhvr>
                                      <p:to>
                                        <p:strVal val="visible"/>
                                      </p:to>
                                    </p:set>
                                    <p:animEffect transition="in" filter="fade">
                                      <p:cBhvr>
                                        <p:cTn id="87" dur="1000"/>
                                        <p:tgtEl>
                                          <p:spTgt spid="17"/>
                                        </p:tgtEl>
                                      </p:cBhvr>
                                    </p:animEffect>
                                    <p:anim calcmode="lin" valueType="num">
                                      <p:cBhvr>
                                        <p:cTn id="88" dur="1000" fill="hold"/>
                                        <p:tgtEl>
                                          <p:spTgt spid="17"/>
                                        </p:tgtEl>
                                        <p:attrNameLst>
                                          <p:attrName>ppt_x</p:attrName>
                                        </p:attrNameLst>
                                      </p:cBhvr>
                                      <p:tavLst>
                                        <p:tav tm="0">
                                          <p:val>
                                            <p:strVal val="#ppt_x"/>
                                          </p:val>
                                        </p:tav>
                                        <p:tav tm="100000">
                                          <p:val>
                                            <p:strVal val="#ppt_x"/>
                                          </p:val>
                                        </p:tav>
                                      </p:tavLst>
                                    </p:anim>
                                    <p:anim calcmode="lin" valueType="num">
                                      <p:cBhvr>
                                        <p:cTn id="89"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90" fill="hold">
                      <p:stCondLst>
                        <p:cond delay="indefinite"/>
                      </p:stCondLst>
                      <p:childTnLst>
                        <p:par>
                          <p:cTn id="91" fill="hold">
                            <p:stCondLst>
                              <p:cond delay="0"/>
                            </p:stCondLst>
                            <p:childTnLst>
                              <p:par>
                                <p:cTn id="92" presetID="42" presetClass="entr" presetSubtype="0" fill="hold" grpId="0" nodeType="clickEffect">
                                  <p:stCondLst>
                                    <p:cond delay="0"/>
                                  </p:stCondLst>
                                  <p:childTnLst>
                                    <p:set>
                                      <p:cBhvr>
                                        <p:cTn id="93" dur="1" fill="hold">
                                          <p:stCondLst>
                                            <p:cond delay="0"/>
                                          </p:stCondLst>
                                        </p:cTn>
                                        <p:tgtEl>
                                          <p:spTgt spid="21"/>
                                        </p:tgtEl>
                                        <p:attrNameLst>
                                          <p:attrName>style.visibility</p:attrName>
                                        </p:attrNameLst>
                                      </p:cBhvr>
                                      <p:to>
                                        <p:strVal val="visible"/>
                                      </p:to>
                                    </p:set>
                                    <p:animEffect transition="in" filter="fade">
                                      <p:cBhvr>
                                        <p:cTn id="94" dur="1000"/>
                                        <p:tgtEl>
                                          <p:spTgt spid="21"/>
                                        </p:tgtEl>
                                      </p:cBhvr>
                                    </p:animEffect>
                                    <p:anim calcmode="lin" valueType="num">
                                      <p:cBhvr>
                                        <p:cTn id="95" dur="1000" fill="hold"/>
                                        <p:tgtEl>
                                          <p:spTgt spid="21"/>
                                        </p:tgtEl>
                                        <p:attrNameLst>
                                          <p:attrName>ppt_x</p:attrName>
                                        </p:attrNameLst>
                                      </p:cBhvr>
                                      <p:tavLst>
                                        <p:tav tm="0">
                                          <p:val>
                                            <p:strVal val="#ppt_x"/>
                                          </p:val>
                                        </p:tav>
                                        <p:tav tm="100000">
                                          <p:val>
                                            <p:strVal val="#ppt_x"/>
                                          </p:val>
                                        </p:tav>
                                      </p:tavLst>
                                    </p:anim>
                                    <p:anim calcmode="lin" valueType="num">
                                      <p:cBhvr>
                                        <p:cTn id="96" dur="1000" fill="hold"/>
                                        <p:tgtEl>
                                          <p:spTgt spid="2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20623" y="607298"/>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Live Demo of Project</a:t>
            </a:r>
            <a:endParaRPr lang="en-US" sz="2000" dirty="0">
              <a:latin typeface="Lato" panose="020F0502020204030203" pitchFamily="34" charset="0"/>
              <a:cs typeface="Arial" panose="020B0604020202020204" pitchFamily="34" charset="0"/>
            </a:endParaRPr>
          </a:p>
        </p:txBody>
      </p:sp>
      <p:sp>
        <p:nvSpPr>
          <p:cNvPr id="6" name="Text 4"/>
          <p:cNvSpPr/>
          <p:nvPr/>
        </p:nvSpPr>
        <p:spPr>
          <a:xfrm>
            <a:off x="125487" y="1105839"/>
            <a:ext cx="8412480" cy="320040"/>
          </a:xfrm>
          <a:prstGeom prst="rect">
            <a:avLst/>
          </a:prstGeom>
          <a:noFill/>
          <a:ln/>
        </p:spPr>
        <p:txBody>
          <a:bodyPr wrap="square" rtlCol="0" anchor="ctr"/>
          <a:lstStyle/>
          <a:p>
            <a:pPr marL="0" indent="0">
              <a:buNone/>
            </a:pPr>
            <a:r>
              <a:rPr lang="en-US" dirty="0">
                <a:latin typeface="Lato" panose="020F0502020204030203" pitchFamily="34" charset="0"/>
                <a:ea typeface="Calibri" pitchFamily="34" charset="-122"/>
                <a:cs typeface="Arial" panose="020B0604020202020204" pitchFamily="34" charset="0"/>
              </a:rPr>
              <a:t>Here's the list of some demo screenshots / features of the project:</a:t>
            </a:r>
            <a:endParaRPr lang="en-US" dirty="0">
              <a:latin typeface="Lato" panose="020F0502020204030203" pitchFamily="34" charset="0"/>
              <a:cs typeface="Arial" panose="020B0604020202020204" pitchFamily="34" charset="0"/>
            </a:endParaRPr>
          </a:p>
        </p:txBody>
      </p:sp>
      <p:sp>
        <p:nvSpPr>
          <p:cNvPr id="7" name="Shape 5"/>
          <p:cNvSpPr/>
          <p:nvPr/>
        </p:nvSpPr>
        <p:spPr>
          <a:xfrm>
            <a:off x="978408" y="1648237"/>
            <a:ext cx="1371600" cy="1371600"/>
          </a:xfrm>
          <a:prstGeom prst="ellipse">
            <a:avLst/>
          </a:prstGeom>
          <a:solidFill>
            <a:srgbClr val="1565C0"/>
          </a:solidFill>
          <a:ln w="38100">
            <a:solidFill>
              <a:srgbClr val="FFFFFF"/>
            </a:solidFill>
            <a:prstDash val="solid"/>
          </a:ln>
        </p:spPr>
        <p:txBody>
          <a:bodyPr/>
          <a:lstStyle/>
          <a:p>
            <a:endParaRPr lang="en-IN">
              <a:latin typeface="Lato" panose="020F0502020204030203" pitchFamily="34" charset="0"/>
            </a:endParaRPr>
          </a:p>
        </p:txBody>
      </p:sp>
      <p:sp>
        <p:nvSpPr>
          <p:cNvPr id="9" name="Shape 7"/>
          <p:cNvSpPr/>
          <p:nvPr/>
        </p:nvSpPr>
        <p:spPr>
          <a:xfrm>
            <a:off x="283464" y="2171384"/>
            <a:ext cx="2788920" cy="2651760"/>
          </a:xfrm>
          <a:prstGeom prst="rect">
            <a:avLst/>
          </a:prstGeom>
          <a:solidFill>
            <a:schemeClr val="accent1">
              <a:lumMod val="20000"/>
              <a:lumOff val="80000"/>
            </a:schemeClr>
          </a:solidFill>
          <a:ln/>
          <a:effectLst>
            <a:outerShdw blurRad="101600" dist="38100" dir="8100000" algn="bl" rotWithShape="0">
              <a:srgbClr val="000000">
                <a:alpha val="15000"/>
              </a:srgbClr>
            </a:outerShdw>
          </a:effectLst>
        </p:spPr>
        <p:txBody>
          <a:bodyPr/>
          <a:lstStyle/>
          <a:p>
            <a:endParaRPr lang="en-IN" dirty="0">
              <a:latin typeface="Lato" panose="020F0502020204030203" pitchFamily="34" charset="0"/>
            </a:endParaRPr>
          </a:p>
        </p:txBody>
      </p:sp>
      <p:sp>
        <p:nvSpPr>
          <p:cNvPr id="10" name="Text 8"/>
          <p:cNvSpPr/>
          <p:nvPr/>
        </p:nvSpPr>
        <p:spPr>
          <a:xfrm>
            <a:off x="274320" y="2372408"/>
            <a:ext cx="2788920" cy="411480"/>
          </a:xfrm>
          <a:prstGeom prst="rect">
            <a:avLst/>
          </a:prstGeom>
          <a:noFill/>
          <a:ln/>
        </p:spPr>
        <p:txBody>
          <a:bodyPr wrap="square" rtlCol="0" anchor="ctr"/>
          <a:lstStyle/>
          <a:p>
            <a:pPr marL="0" indent="0" algn="ctr">
              <a:buNone/>
            </a:pPr>
            <a:r>
              <a:rPr lang="en-US" sz="1600" b="1" dirty="0">
                <a:latin typeface="Lato" panose="020F0502020204030203" pitchFamily="34" charset="0"/>
                <a:ea typeface="Calibri" pitchFamily="34" charset="-122"/>
                <a:cs typeface="Arial" panose="020B0604020202020204" pitchFamily="34" charset="0"/>
              </a:rPr>
              <a:t>Demo 1</a:t>
            </a:r>
          </a:p>
          <a:p>
            <a:pPr marL="0" indent="0" algn="ctr">
              <a:buNone/>
            </a:pPr>
            <a:r>
              <a:rPr lang="en-US" sz="1600" b="1">
                <a:latin typeface="Lato" panose="020F0502020204030203" pitchFamily="34" charset="0"/>
                <a:ea typeface="Calibri" pitchFamily="34" charset="-122"/>
                <a:cs typeface="Arial" panose="020B0604020202020204" pitchFamily="34" charset="0"/>
              </a:rPr>
              <a:t>Dataset </a:t>
            </a:r>
            <a:endParaRPr lang="en-US" sz="1600" dirty="0">
              <a:latin typeface="Lato" panose="020F0502020204030203" pitchFamily="34" charset="0"/>
              <a:cs typeface="Arial" panose="020B0604020202020204" pitchFamily="34" charset="0"/>
            </a:endParaRPr>
          </a:p>
        </p:txBody>
      </p:sp>
      <p:sp>
        <p:nvSpPr>
          <p:cNvPr id="11" name="Text 9"/>
          <p:cNvSpPr/>
          <p:nvPr/>
        </p:nvSpPr>
        <p:spPr>
          <a:xfrm>
            <a:off x="402336" y="3925272"/>
            <a:ext cx="2514600" cy="1371600"/>
          </a:xfrm>
          <a:prstGeom prst="rect">
            <a:avLst/>
          </a:prstGeom>
          <a:noFill/>
          <a:ln/>
        </p:spPr>
        <p:txBody>
          <a:bodyPr wrap="square" rtlCol="0" anchor="ctr"/>
          <a:lstStyle/>
          <a:p>
            <a:pPr marL="0" indent="0" algn="ctr">
              <a:buNone/>
            </a:pPr>
            <a:r>
              <a:rPr lang="en-US" sz="1050" dirty="0">
                <a:latin typeface="Lato" panose="020F0502020204030203" pitchFamily="34" charset="0"/>
                <a:ea typeface="Calibri" pitchFamily="34" charset="-122"/>
                <a:cs typeface="Arial" panose="020B0604020202020204" pitchFamily="34" charset="0"/>
              </a:rPr>
              <a:t>Cleaned data(Removing missing values &amp; errors)and prepared data for dashboard analysis</a:t>
            </a:r>
            <a:r>
              <a:rPr lang="en-US" sz="1100" dirty="0">
                <a:latin typeface="Lato" panose="020F0502020204030203" pitchFamily="34" charset="0"/>
                <a:ea typeface="Calibri" pitchFamily="34" charset="-122"/>
                <a:cs typeface="Arial" panose="020B0604020202020204" pitchFamily="34" charset="0"/>
              </a:rPr>
              <a:t>.</a:t>
            </a:r>
            <a:endParaRPr lang="en-US" sz="1100" dirty="0">
              <a:latin typeface="Lato" panose="020F0502020204030203" pitchFamily="34" charset="0"/>
              <a:cs typeface="Arial" panose="020B0604020202020204" pitchFamily="34" charset="0"/>
            </a:endParaRPr>
          </a:p>
        </p:txBody>
      </p:sp>
      <p:sp>
        <p:nvSpPr>
          <p:cNvPr id="12" name="Shape 10"/>
          <p:cNvSpPr/>
          <p:nvPr/>
        </p:nvSpPr>
        <p:spPr>
          <a:xfrm>
            <a:off x="3922776" y="1648237"/>
            <a:ext cx="1371600" cy="1371600"/>
          </a:xfrm>
          <a:prstGeom prst="ellipse">
            <a:avLst/>
          </a:prstGeom>
          <a:solidFill>
            <a:srgbClr val="FFC000"/>
          </a:solidFill>
          <a:ln w="38100">
            <a:solidFill>
              <a:srgbClr val="FFFFFF"/>
            </a:solidFill>
            <a:prstDash val="solid"/>
          </a:ln>
        </p:spPr>
        <p:txBody>
          <a:bodyPr/>
          <a:lstStyle/>
          <a:p>
            <a:endParaRPr lang="en-IN">
              <a:latin typeface="Lato" panose="020F0502020204030203" pitchFamily="34" charset="0"/>
            </a:endParaRPr>
          </a:p>
        </p:txBody>
      </p:sp>
      <p:sp>
        <p:nvSpPr>
          <p:cNvPr id="14" name="Shape 12"/>
          <p:cNvSpPr/>
          <p:nvPr/>
        </p:nvSpPr>
        <p:spPr>
          <a:xfrm>
            <a:off x="3218688" y="2196877"/>
            <a:ext cx="2788920" cy="2651760"/>
          </a:xfrm>
          <a:prstGeom prst="rect">
            <a:avLst/>
          </a:prstGeom>
          <a:solidFill>
            <a:srgbClr val="FDF3ED"/>
          </a:solidFill>
          <a:ln/>
          <a:effectLst>
            <a:outerShdw blurRad="101600" dist="38100" dir="8100000" algn="bl" rotWithShape="0">
              <a:srgbClr val="000000">
                <a:alpha val="15000"/>
              </a:srgbClr>
            </a:outerShdw>
          </a:effectLst>
        </p:spPr>
        <p:txBody>
          <a:bodyPr/>
          <a:lstStyle/>
          <a:p>
            <a:endParaRPr lang="en-IN">
              <a:latin typeface="Lato" panose="020F0502020204030203" pitchFamily="34" charset="0"/>
            </a:endParaRPr>
          </a:p>
        </p:txBody>
      </p:sp>
      <p:sp>
        <p:nvSpPr>
          <p:cNvPr id="15" name="Text 13"/>
          <p:cNvSpPr/>
          <p:nvPr/>
        </p:nvSpPr>
        <p:spPr>
          <a:xfrm>
            <a:off x="3214116" y="2370765"/>
            <a:ext cx="2788920" cy="411480"/>
          </a:xfrm>
          <a:prstGeom prst="rect">
            <a:avLst/>
          </a:prstGeom>
          <a:noFill/>
          <a:ln/>
        </p:spPr>
        <p:txBody>
          <a:bodyPr wrap="square" rtlCol="0" anchor="ctr"/>
          <a:lstStyle/>
          <a:p>
            <a:pPr marL="0" indent="0" algn="ctr">
              <a:buNone/>
            </a:pPr>
            <a:r>
              <a:rPr lang="en-US" sz="1600" b="1" dirty="0">
                <a:latin typeface="Lato" panose="020F0502020204030203" pitchFamily="34" charset="0"/>
                <a:ea typeface="Calibri" pitchFamily="34" charset="-122"/>
                <a:cs typeface="Arial" panose="020B0604020202020204" pitchFamily="34" charset="0"/>
              </a:rPr>
              <a:t>Demo 2</a:t>
            </a:r>
          </a:p>
          <a:p>
            <a:pPr marL="0" indent="0" algn="ctr">
              <a:buNone/>
            </a:pPr>
            <a:r>
              <a:rPr lang="en-US" sz="1600" b="1" dirty="0">
                <a:latin typeface="Lato" panose="020F0502020204030203" pitchFamily="34" charset="0"/>
                <a:ea typeface="Calibri" pitchFamily="34" charset="-122"/>
                <a:cs typeface="Arial" panose="020B0604020202020204" pitchFamily="34" charset="0"/>
              </a:rPr>
              <a:t>Price Trends dashboard</a:t>
            </a:r>
            <a:endParaRPr lang="en-US" sz="1600" dirty="0">
              <a:latin typeface="Lato" panose="020F0502020204030203" pitchFamily="34" charset="0"/>
              <a:cs typeface="Arial" panose="020B0604020202020204" pitchFamily="34" charset="0"/>
            </a:endParaRPr>
          </a:p>
        </p:txBody>
      </p:sp>
      <p:sp>
        <p:nvSpPr>
          <p:cNvPr id="16" name="Text 14"/>
          <p:cNvSpPr/>
          <p:nvPr/>
        </p:nvSpPr>
        <p:spPr>
          <a:xfrm>
            <a:off x="3337560" y="3931554"/>
            <a:ext cx="2514600" cy="1371600"/>
          </a:xfrm>
          <a:prstGeom prst="rect">
            <a:avLst/>
          </a:prstGeom>
          <a:noFill/>
          <a:ln/>
        </p:spPr>
        <p:txBody>
          <a:bodyPr wrap="square" rtlCol="0" anchor="ctr"/>
          <a:lstStyle/>
          <a:p>
            <a:pPr algn="ctr"/>
            <a:r>
              <a:rPr lang="en-US" sz="1050" dirty="0">
                <a:latin typeface="Lato" panose="020F0502020204030203" pitchFamily="34" charset="0"/>
                <a:ea typeface="Calibri" pitchFamily="34" charset="-122"/>
                <a:cs typeface="Arial" panose="020B0604020202020204" pitchFamily="34" charset="0"/>
              </a:rPr>
              <a:t>Analysis of year house price trends across cities in India, highlight growth patterns and market changes</a:t>
            </a:r>
            <a:r>
              <a:rPr lang="en-US" sz="1100" dirty="0">
                <a:latin typeface="Lato" panose="020F0502020204030203" pitchFamily="34" charset="0"/>
                <a:ea typeface="Calibri" pitchFamily="34" charset="-122"/>
                <a:cs typeface="Arial" panose="020B0604020202020204" pitchFamily="34" charset="0"/>
              </a:rPr>
              <a:t>.</a:t>
            </a:r>
            <a:endParaRPr lang="en-US" sz="1100" dirty="0">
              <a:latin typeface="Lato" panose="020F0502020204030203" pitchFamily="34" charset="0"/>
              <a:cs typeface="Arial" panose="020B0604020202020204" pitchFamily="34" charset="0"/>
            </a:endParaRPr>
          </a:p>
          <a:p>
            <a:pPr marL="0" indent="0" algn="ctr">
              <a:buNone/>
            </a:pPr>
            <a:r>
              <a:rPr lang="en-US" sz="1050" dirty="0">
                <a:latin typeface="Lato" panose="020F0502020204030203" pitchFamily="34" charset="0"/>
                <a:ea typeface="Calibri" pitchFamily="34" charset="-122"/>
                <a:cs typeface="Arial" panose="020B0604020202020204" pitchFamily="34" charset="0"/>
              </a:rPr>
              <a:t>.</a:t>
            </a:r>
            <a:endParaRPr lang="en-US" sz="1050" dirty="0">
              <a:latin typeface="Lato" panose="020F0502020204030203" pitchFamily="34" charset="0"/>
              <a:cs typeface="Arial" panose="020B0604020202020204" pitchFamily="34" charset="0"/>
            </a:endParaRPr>
          </a:p>
        </p:txBody>
      </p:sp>
      <p:sp>
        <p:nvSpPr>
          <p:cNvPr id="17" name="Shape 15"/>
          <p:cNvSpPr/>
          <p:nvPr/>
        </p:nvSpPr>
        <p:spPr>
          <a:xfrm>
            <a:off x="6978623" y="1648237"/>
            <a:ext cx="1371600" cy="1371600"/>
          </a:xfrm>
          <a:prstGeom prst="ellipse">
            <a:avLst/>
          </a:prstGeom>
          <a:solidFill>
            <a:srgbClr val="1565C0"/>
          </a:solidFill>
          <a:ln w="38100">
            <a:solidFill>
              <a:srgbClr val="FFFFFF"/>
            </a:solidFill>
            <a:prstDash val="solid"/>
          </a:ln>
        </p:spPr>
        <p:txBody>
          <a:bodyPr/>
          <a:lstStyle/>
          <a:p>
            <a:endParaRPr lang="en-IN">
              <a:latin typeface="Lato" panose="020F0502020204030203" pitchFamily="34" charset="0"/>
            </a:endParaRPr>
          </a:p>
        </p:txBody>
      </p:sp>
      <p:sp>
        <p:nvSpPr>
          <p:cNvPr id="18" name="Text 16"/>
          <p:cNvSpPr/>
          <p:nvPr/>
        </p:nvSpPr>
        <p:spPr>
          <a:xfrm>
            <a:off x="6867144" y="1648237"/>
            <a:ext cx="1371600" cy="1371600"/>
          </a:xfrm>
          <a:prstGeom prst="rect">
            <a:avLst/>
          </a:prstGeom>
          <a:noFill/>
          <a:ln/>
        </p:spPr>
        <p:txBody>
          <a:bodyPr wrap="square" rtlCol="0" anchor="ctr"/>
          <a:lstStyle/>
          <a:p>
            <a:pPr marL="0" indent="0" algn="ctr">
              <a:buNone/>
            </a:pPr>
            <a:endParaRPr lang="en-US" sz="3600" dirty="0">
              <a:latin typeface="Lato" panose="020F0502020204030203" pitchFamily="34" charset="0"/>
            </a:endParaRPr>
          </a:p>
        </p:txBody>
      </p:sp>
      <p:sp>
        <p:nvSpPr>
          <p:cNvPr id="19" name="Shape 17"/>
          <p:cNvSpPr/>
          <p:nvPr/>
        </p:nvSpPr>
        <p:spPr>
          <a:xfrm>
            <a:off x="6153912" y="2188772"/>
            <a:ext cx="2788920" cy="2651760"/>
          </a:xfrm>
          <a:prstGeom prst="rect">
            <a:avLst/>
          </a:prstGeom>
          <a:solidFill>
            <a:schemeClr val="accent1">
              <a:lumMod val="20000"/>
              <a:lumOff val="80000"/>
            </a:schemeClr>
          </a:solidFill>
          <a:ln/>
          <a:effectLst>
            <a:outerShdw blurRad="101600" dist="38100" dir="8100000" algn="bl" rotWithShape="0">
              <a:srgbClr val="000000">
                <a:alpha val="15000"/>
              </a:srgbClr>
            </a:outerShdw>
          </a:effectLst>
        </p:spPr>
        <p:txBody>
          <a:bodyPr/>
          <a:lstStyle/>
          <a:p>
            <a:endParaRPr lang="en-IN" dirty="0">
              <a:latin typeface="Lato" panose="020F0502020204030203" pitchFamily="34" charset="0"/>
            </a:endParaRPr>
          </a:p>
        </p:txBody>
      </p:sp>
      <p:sp>
        <p:nvSpPr>
          <p:cNvPr id="20" name="Text 18"/>
          <p:cNvSpPr/>
          <p:nvPr/>
        </p:nvSpPr>
        <p:spPr>
          <a:xfrm>
            <a:off x="6163056" y="2366010"/>
            <a:ext cx="2788920" cy="411480"/>
          </a:xfrm>
          <a:prstGeom prst="rect">
            <a:avLst/>
          </a:prstGeom>
          <a:noFill/>
          <a:ln/>
        </p:spPr>
        <p:txBody>
          <a:bodyPr wrap="square" rtlCol="0" anchor="ctr"/>
          <a:lstStyle/>
          <a:p>
            <a:pPr marL="0" indent="0" algn="ctr">
              <a:buNone/>
            </a:pPr>
            <a:r>
              <a:rPr lang="en-US" sz="1600" b="1" dirty="0">
                <a:latin typeface="Lato" panose="020F0502020204030203" pitchFamily="34" charset="0"/>
                <a:ea typeface="Calibri" pitchFamily="34" charset="-122"/>
                <a:cs typeface="Arial" panose="020B0604020202020204" pitchFamily="34" charset="0"/>
              </a:rPr>
              <a:t>Demo 3</a:t>
            </a:r>
          </a:p>
          <a:p>
            <a:pPr marL="0" indent="0" algn="ctr">
              <a:buNone/>
            </a:pPr>
            <a:r>
              <a:rPr lang="en-US" sz="1600" b="1" dirty="0">
                <a:latin typeface="Lato" panose="020F0502020204030203" pitchFamily="34" charset="0"/>
                <a:ea typeface="Calibri" pitchFamily="34" charset="-122"/>
                <a:cs typeface="Arial" panose="020B0604020202020204" pitchFamily="34" charset="0"/>
              </a:rPr>
              <a:t>Predictive Analysis</a:t>
            </a:r>
            <a:endParaRPr lang="en-US" sz="1600" dirty="0">
              <a:latin typeface="Lato" panose="020F0502020204030203" pitchFamily="34" charset="0"/>
              <a:cs typeface="Arial" panose="020B0604020202020204" pitchFamily="34" charset="0"/>
            </a:endParaRPr>
          </a:p>
        </p:txBody>
      </p:sp>
      <p:sp>
        <p:nvSpPr>
          <p:cNvPr id="21" name="Text 19"/>
          <p:cNvSpPr/>
          <p:nvPr/>
        </p:nvSpPr>
        <p:spPr>
          <a:xfrm>
            <a:off x="6309360" y="3913252"/>
            <a:ext cx="2514600" cy="1371600"/>
          </a:xfrm>
          <a:prstGeom prst="rect">
            <a:avLst/>
          </a:prstGeom>
          <a:noFill/>
          <a:ln/>
        </p:spPr>
        <p:txBody>
          <a:bodyPr wrap="square" rtlCol="0" anchor="ctr"/>
          <a:lstStyle/>
          <a:p>
            <a:pPr marL="0" indent="0" algn="ctr">
              <a:buNone/>
            </a:pPr>
            <a:r>
              <a:rPr lang="en-US" sz="1050" dirty="0">
                <a:latin typeface="Lato" panose="020F0502020204030203" pitchFamily="34" charset="0"/>
                <a:ea typeface="Calibri" pitchFamily="34" charset="-122"/>
                <a:cs typeface="Arial" panose="020B0604020202020204" pitchFamily="34" charset="0"/>
              </a:rPr>
              <a:t>Larger living area leads to higher house prices, shows clear relationship between size and cost.</a:t>
            </a:r>
            <a:endParaRPr lang="en-US" sz="1600" dirty="0">
              <a:latin typeface="Lato" panose="020F0502020204030203" pitchFamily="34" charset="0"/>
              <a:cs typeface="Arial" panose="020B0604020202020204" pitchFamily="34" charset="0"/>
            </a:endParaRPr>
          </a:p>
        </p:txBody>
      </p:sp>
      <p:pic>
        <p:nvPicPr>
          <p:cNvPr id="27" name="Picture 26" descr="The image is a Microsoft Excel sheet with various tabs, charts, and data visualizations related to house prices in India.">
            <a:extLst>
              <a:ext uri="{FF2B5EF4-FFF2-40B4-BE49-F238E27FC236}">
                <a16:creationId xmlns:a16="http://schemas.microsoft.com/office/drawing/2014/main" id="{9115391B-8229-07E5-54D0-0BF1A44B9A1A}"/>
              </a:ext>
            </a:extLst>
          </p:cNvPr>
          <p:cNvPicPr>
            <a:picLocks noChangeAspect="1"/>
          </p:cNvPicPr>
          <p:nvPr/>
        </p:nvPicPr>
        <p:blipFill>
          <a:blip r:embed="rId4"/>
          <a:stretch>
            <a:fillRect/>
          </a:stretch>
        </p:blipFill>
        <p:spPr>
          <a:xfrm>
            <a:off x="6173382" y="2825351"/>
            <a:ext cx="2788920" cy="1532221"/>
          </a:xfrm>
          <a:prstGeom prst="rect">
            <a:avLst/>
          </a:prstGeom>
        </p:spPr>
      </p:pic>
      <p:pic>
        <p:nvPicPr>
          <p:cNvPr id="5" name="Picture 4" descr="The image displays a data dashboard for real estate sales in India, showcasing various statistics such as average price, date, number of bedrooms, distance from the airport, and grade of the house.">
            <a:extLst>
              <a:ext uri="{FF2B5EF4-FFF2-40B4-BE49-F238E27FC236}">
                <a16:creationId xmlns:a16="http://schemas.microsoft.com/office/drawing/2014/main" id="{3086C3A4-3139-8202-68E7-824B939947F4}"/>
              </a:ext>
            </a:extLst>
          </p:cNvPr>
          <p:cNvPicPr>
            <a:picLocks noChangeAspect="1"/>
          </p:cNvPicPr>
          <p:nvPr/>
        </p:nvPicPr>
        <p:blipFill>
          <a:blip r:embed="rId5"/>
          <a:stretch>
            <a:fillRect/>
          </a:stretch>
        </p:blipFill>
        <p:spPr>
          <a:xfrm>
            <a:off x="3218688" y="2825350"/>
            <a:ext cx="2788920" cy="1467517"/>
          </a:xfrm>
          <a:prstGeom prst="rect">
            <a:avLst/>
          </a:prstGeom>
        </p:spPr>
      </p:pic>
      <p:pic>
        <p:nvPicPr>
          <p:cNvPr id="13" name="Picture 12" descr="The image shows a Microsoft Excel spreadsheet with a list of property prices in India, including columns for dates, prices, and other details.&#10;&#10;AI-generated content may be incorrect.">
            <a:extLst>
              <a:ext uri="{FF2B5EF4-FFF2-40B4-BE49-F238E27FC236}">
                <a16:creationId xmlns:a16="http://schemas.microsoft.com/office/drawing/2014/main" id="{F7BD3FD2-7980-9610-CC01-F22A1E2F107C}"/>
              </a:ext>
            </a:extLst>
          </p:cNvPr>
          <p:cNvPicPr>
            <a:picLocks noChangeAspect="1"/>
          </p:cNvPicPr>
          <p:nvPr/>
        </p:nvPicPr>
        <p:blipFill>
          <a:blip r:embed="rId6"/>
          <a:stretch>
            <a:fillRect/>
          </a:stretch>
        </p:blipFill>
        <p:spPr>
          <a:xfrm>
            <a:off x="274320" y="2825351"/>
            <a:ext cx="2807208" cy="1467516"/>
          </a:xfrm>
          <a:prstGeom prst="rect">
            <a:avLst/>
          </a:prstGeom>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0-#ppt_w/2"/>
                                          </p:val>
                                        </p:tav>
                                        <p:tav tm="100000">
                                          <p:val>
                                            <p:strVal val="#ppt_x"/>
                                          </p:val>
                                        </p:tav>
                                      </p:tavLst>
                                    </p:anim>
                                    <p:anim calcmode="lin" valueType="num">
                                      <p:cBhvr additive="base">
                                        <p:cTn id="14"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ppt_x"/>
                                          </p:val>
                                        </p:tav>
                                        <p:tav tm="100000">
                                          <p:val>
                                            <p:strVal val="#ppt_x"/>
                                          </p:val>
                                        </p:tav>
                                      </p:tavLst>
                                    </p:anim>
                                    <p:anim calcmode="lin" valueType="num">
                                      <p:cBhvr additive="base">
                                        <p:cTn id="20"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1"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anim calcmode="lin" valueType="num">
                                      <p:cBhvr additive="base">
                                        <p:cTn id="25" dur="500" fill="hold"/>
                                        <p:tgtEl>
                                          <p:spTgt spid="7"/>
                                        </p:tgtEl>
                                        <p:attrNameLst>
                                          <p:attrName>ppt_x</p:attrName>
                                        </p:attrNameLst>
                                      </p:cBhvr>
                                      <p:tavLst>
                                        <p:tav tm="0">
                                          <p:val>
                                            <p:strVal val="#ppt_x"/>
                                          </p:val>
                                        </p:tav>
                                        <p:tav tm="100000">
                                          <p:val>
                                            <p:strVal val="#ppt_x"/>
                                          </p:val>
                                        </p:tav>
                                      </p:tavLst>
                                    </p:anim>
                                    <p:anim calcmode="lin" valueType="num">
                                      <p:cBhvr additive="base">
                                        <p:cTn id="26" dur="500" fill="hold"/>
                                        <p:tgtEl>
                                          <p:spTgt spid="7"/>
                                        </p:tgtEl>
                                        <p:attrNameLst>
                                          <p:attrName>ppt_y</p:attrName>
                                        </p:attrNameLst>
                                      </p:cBhvr>
                                      <p:tavLst>
                                        <p:tav tm="0">
                                          <p:val>
                                            <p:strVal val="0-#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anim calcmode="lin" valueType="num">
                                      <p:cBhvr additive="base">
                                        <p:cTn id="31" dur="500" fill="hold"/>
                                        <p:tgtEl>
                                          <p:spTgt spid="14"/>
                                        </p:tgtEl>
                                        <p:attrNameLst>
                                          <p:attrName>ppt_x</p:attrName>
                                        </p:attrNameLst>
                                      </p:cBhvr>
                                      <p:tavLst>
                                        <p:tav tm="0">
                                          <p:val>
                                            <p:strVal val="#ppt_x"/>
                                          </p:val>
                                        </p:tav>
                                        <p:tav tm="100000">
                                          <p:val>
                                            <p:strVal val="#ppt_x"/>
                                          </p:val>
                                        </p:tav>
                                      </p:tavLst>
                                    </p:anim>
                                    <p:anim calcmode="lin" valueType="num">
                                      <p:cBhvr additive="base">
                                        <p:cTn id="32"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12"/>
                                        </p:tgtEl>
                                        <p:attrNameLst>
                                          <p:attrName>style.visibility</p:attrName>
                                        </p:attrNameLst>
                                      </p:cBhvr>
                                      <p:to>
                                        <p:strVal val="visible"/>
                                      </p:to>
                                    </p:set>
                                    <p:anim calcmode="lin" valueType="num">
                                      <p:cBhvr additive="base">
                                        <p:cTn id="37" dur="500" fill="hold"/>
                                        <p:tgtEl>
                                          <p:spTgt spid="12"/>
                                        </p:tgtEl>
                                        <p:attrNameLst>
                                          <p:attrName>ppt_x</p:attrName>
                                        </p:attrNameLst>
                                      </p:cBhvr>
                                      <p:tavLst>
                                        <p:tav tm="0">
                                          <p:val>
                                            <p:strVal val="0-#ppt_w/2"/>
                                          </p:val>
                                        </p:tav>
                                        <p:tav tm="100000">
                                          <p:val>
                                            <p:strVal val="#ppt_x"/>
                                          </p:val>
                                        </p:tav>
                                      </p:tavLst>
                                    </p:anim>
                                    <p:anim calcmode="lin" valueType="num">
                                      <p:cBhvr additive="base">
                                        <p:cTn id="38" dur="500" fill="hold"/>
                                        <p:tgtEl>
                                          <p:spTgt spid="12"/>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19"/>
                                        </p:tgtEl>
                                        <p:attrNameLst>
                                          <p:attrName>style.visibility</p:attrName>
                                        </p:attrNameLst>
                                      </p:cBhvr>
                                      <p:to>
                                        <p:strVal val="visible"/>
                                      </p:to>
                                    </p:set>
                                    <p:anim calcmode="lin" valueType="num">
                                      <p:cBhvr additive="base">
                                        <p:cTn id="43" dur="500" fill="hold"/>
                                        <p:tgtEl>
                                          <p:spTgt spid="19"/>
                                        </p:tgtEl>
                                        <p:attrNameLst>
                                          <p:attrName>ppt_x</p:attrName>
                                        </p:attrNameLst>
                                      </p:cBhvr>
                                      <p:tavLst>
                                        <p:tav tm="0">
                                          <p:val>
                                            <p:strVal val="#ppt_x"/>
                                          </p:val>
                                        </p:tav>
                                        <p:tav tm="100000">
                                          <p:val>
                                            <p:strVal val="#ppt_x"/>
                                          </p:val>
                                        </p:tav>
                                      </p:tavLst>
                                    </p:anim>
                                    <p:anim calcmode="lin" valueType="num">
                                      <p:cBhvr additive="base">
                                        <p:cTn id="44"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2" fill="hold" grpId="0" nodeType="clickEffect">
                                  <p:stCondLst>
                                    <p:cond delay="0"/>
                                  </p:stCondLst>
                                  <p:childTnLst>
                                    <p:set>
                                      <p:cBhvr>
                                        <p:cTn id="48" dur="1" fill="hold">
                                          <p:stCondLst>
                                            <p:cond delay="0"/>
                                          </p:stCondLst>
                                        </p:cTn>
                                        <p:tgtEl>
                                          <p:spTgt spid="17"/>
                                        </p:tgtEl>
                                        <p:attrNameLst>
                                          <p:attrName>style.visibility</p:attrName>
                                        </p:attrNameLst>
                                      </p:cBhvr>
                                      <p:to>
                                        <p:strVal val="visible"/>
                                      </p:to>
                                    </p:set>
                                    <p:anim calcmode="lin" valueType="num">
                                      <p:cBhvr additive="base">
                                        <p:cTn id="49" dur="500" fill="hold"/>
                                        <p:tgtEl>
                                          <p:spTgt spid="17"/>
                                        </p:tgtEl>
                                        <p:attrNameLst>
                                          <p:attrName>ppt_x</p:attrName>
                                        </p:attrNameLst>
                                      </p:cBhvr>
                                      <p:tavLst>
                                        <p:tav tm="0">
                                          <p:val>
                                            <p:strVal val="1+#ppt_w/2"/>
                                          </p:val>
                                        </p:tav>
                                        <p:tav tm="100000">
                                          <p:val>
                                            <p:strVal val="#ppt_x"/>
                                          </p:val>
                                        </p:tav>
                                      </p:tavLst>
                                    </p:anim>
                                    <p:anim calcmode="lin" valueType="num">
                                      <p:cBhvr additive="base">
                                        <p:cTn id="50" dur="500" fill="hold"/>
                                        <p:tgtEl>
                                          <p:spTgt spid="17"/>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16" presetClass="entr" presetSubtype="21" fill="hold" grpId="0" nodeType="clickEffect">
                                  <p:stCondLst>
                                    <p:cond delay="0"/>
                                  </p:stCondLst>
                                  <p:childTnLst>
                                    <p:set>
                                      <p:cBhvr>
                                        <p:cTn id="54" dur="1" fill="hold">
                                          <p:stCondLst>
                                            <p:cond delay="0"/>
                                          </p:stCondLst>
                                        </p:cTn>
                                        <p:tgtEl>
                                          <p:spTgt spid="10"/>
                                        </p:tgtEl>
                                        <p:attrNameLst>
                                          <p:attrName>style.visibility</p:attrName>
                                        </p:attrNameLst>
                                      </p:cBhvr>
                                      <p:to>
                                        <p:strVal val="visible"/>
                                      </p:to>
                                    </p:set>
                                    <p:animEffect transition="in" filter="barn(inVertical)">
                                      <p:cBhvr>
                                        <p:cTn id="55" dur="500"/>
                                        <p:tgtEl>
                                          <p:spTgt spid="10"/>
                                        </p:tgtEl>
                                      </p:cBhvr>
                                    </p:animEffect>
                                  </p:childTnLst>
                                </p:cTn>
                              </p:par>
                            </p:childTnLst>
                          </p:cTn>
                        </p:par>
                      </p:childTnLst>
                    </p:cTn>
                  </p:par>
                  <p:par>
                    <p:cTn id="56" fill="hold">
                      <p:stCondLst>
                        <p:cond delay="indefinite"/>
                      </p:stCondLst>
                      <p:childTnLst>
                        <p:par>
                          <p:cTn id="57" fill="hold">
                            <p:stCondLst>
                              <p:cond delay="0"/>
                            </p:stCondLst>
                            <p:childTnLst>
                              <p:par>
                                <p:cTn id="58" presetID="16" presetClass="entr" presetSubtype="21"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barn(inVertical)">
                                      <p:cBhvr>
                                        <p:cTn id="60" dur="500"/>
                                        <p:tgtEl>
                                          <p:spTgt spid="15"/>
                                        </p:tgtEl>
                                      </p:cBhvr>
                                    </p:animEffect>
                                  </p:childTnLst>
                                </p:cTn>
                              </p:par>
                            </p:childTnLst>
                          </p:cTn>
                        </p:par>
                      </p:childTnLst>
                    </p:cTn>
                  </p:par>
                  <p:par>
                    <p:cTn id="61" fill="hold">
                      <p:stCondLst>
                        <p:cond delay="indefinite"/>
                      </p:stCondLst>
                      <p:childTnLst>
                        <p:par>
                          <p:cTn id="62" fill="hold">
                            <p:stCondLst>
                              <p:cond delay="0"/>
                            </p:stCondLst>
                            <p:childTnLst>
                              <p:par>
                                <p:cTn id="63" presetID="16" presetClass="entr" presetSubtype="21" fill="hold" grpId="0" nodeType="clickEffect">
                                  <p:stCondLst>
                                    <p:cond delay="0"/>
                                  </p:stCondLst>
                                  <p:childTnLst>
                                    <p:set>
                                      <p:cBhvr>
                                        <p:cTn id="64" dur="1" fill="hold">
                                          <p:stCondLst>
                                            <p:cond delay="0"/>
                                          </p:stCondLst>
                                        </p:cTn>
                                        <p:tgtEl>
                                          <p:spTgt spid="20"/>
                                        </p:tgtEl>
                                        <p:attrNameLst>
                                          <p:attrName>style.visibility</p:attrName>
                                        </p:attrNameLst>
                                      </p:cBhvr>
                                      <p:to>
                                        <p:strVal val="visible"/>
                                      </p:to>
                                    </p:set>
                                    <p:animEffect transition="in" filter="barn(inVertical)">
                                      <p:cBhvr>
                                        <p:cTn id="65" dur="500"/>
                                        <p:tgtEl>
                                          <p:spTgt spid="20"/>
                                        </p:tgtEl>
                                      </p:cBhvr>
                                    </p:animEffect>
                                  </p:childTnLst>
                                </p:cTn>
                              </p:par>
                            </p:childTnLst>
                          </p:cTn>
                        </p:par>
                      </p:childTnLst>
                    </p:cTn>
                  </p:par>
                  <p:par>
                    <p:cTn id="66" fill="hold">
                      <p:stCondLst>
                        <p:cond delay="indefinite"/>
                      </p:stCondLst>
                      <p:childTnLst>
                        <p:par>
                          <p:cTn id="67" fill="hold">
                            <p:stCondLst>
                              <p:cond delay="0"/>
                            </p:stCondLst>
                            <p:childTnLst>
                              <p:par>
                                <p:cTn id="68" presetID="2" presetClass="entr" presetSubtype="4" fill="hold" grpId="0" nodeType="clickEffect">
                                  <p:stCondLst>
                                    <p:cond delay="0"/>
                                  </p:stCondLst>
                                  <p:childTnLst>
                                    <p:set>
                                      <p:cBhvr>
                                        <p:cTn id="69" dur="1" fill="hold">
                                          <p:stCondLst>
                                            <p:cond delay="0"/>
                                          </p:stCondLst>
                                        </p:cTn>
                                        <p:tgtEl>
                                          <p:spTgt spid="11"/>
                                        </p:tgtEl>
                                        <p:attrNameLst>
                                          <p:attrName>style.visibility</p:attrName>
                                        </p:attrNameLst>
                                      </p:cBhvr>
                                      <p:to>
                                        <p:strVal val="visible"/>
                                      </p:to>
                                    </p:set>
                                    <p:anim calcmode="lin" valueType="num">
                                      <p:cBhvr additive="base">
                                        <p:cTn id="70" dur="500" fill="hold"/>
                                        <p:tgtEl>
                                          <p:spTgt spid="11"/>
                                        </p:tgtEl>
                                        <p:attrNameLst>
                                          <p:attrName>ppt_x</p:attrName>
                                        </p:attrNameLst>
                                      </p:cBhvr>
                                      <p:tavLst>
                                        <p:tav tm="0">
                                          <p:val>
                                            <p:strVal val="#ppt_x"/>
                                          </p:val>
                                        </p:tav>
                                        <p:tav tm="100000">
                                          <p:val>
                                            <p:strVal val="#ppt_x"/>
                                          </p:val>
                                        </p:tav>
                                      </p:tavLst>
                                    </p:anim>
                                    <p:anim calcmode="lin" valueType="num">
                                      <p:cBhvr additive="base">
                                        <p:cTn id="71"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72" fill="hold">
                      <p:stCondLst>
                        <p:cond delay="indefinite"/>
                      </p:stCondLst>
                      <p:childTnLst>
                        <p:par>
                          <p:cTn id="73" fill="hold">
                            <p:stCondLst>
                              <p:cond delay="0"/>
                            </p:stCondLst>
                            <p:childTnLst>
                              <p:par>
                                <p:cTn id="74" presetID="2" presetClass="entr" presetSubtype="4" fill="hold" grpId="0" nodeType="clickEffect">
                                  <p:stCondLst>
                                    <p:cond delay="0"/>
                                  </p:stCondLst>
                                  <p:childTnLst>
                                    <p:set>
                                      <p:cBhvr>
                                        <p:cTn id="75" dur="1" fill="hold">
                                          <p:stCondLst>
                                            <p:cond delay="0"/>
                                          </p:stCondLst>
                                        </p:cTn>
                                        <p:tgtEl>
                                          <p:spTgt spid="16">
                                            <p:bg/>
                                          </p:spTgt>
                                        </p:tgtEl>
                                        <p:attrNameLst>
                                          <p:attrName>style.visibility</p:attrName>
                                        </p:attrNameLst>
                                      </p:cBhvr>
                                      <p:to>
                                        <p:strVal val="visible"/>
                                      </p:to>
                                    </p:set>
                                    <p:anim calcmode="lin" valueType="num">
                                      <p:cBhvr additive="base">
                                        <p:cTn id="76" dur="500" fill="hold"/>
                                        <p:tgtEl>
                                          <p:spTgt spid="16">
                                            <p:bg/>
                                          </p:spTgt>
                                        </p:tgtEl>
                                        <p:attrNameLst>
                                          <p:attrName>ppt_x</p:attrName>
                                        </p:attrNameLst>
                                      </p:cBhvr>
                                      <p:tavLst>
                                        <p:tav tm="0">
                                          <p:val>
                                            <p:strVal val="#ppt_x"/>
                                          </p:val>
                                        </p:tav>
                                        <p:tav tm="100000">
                                          <p:val>
                                            <p:strVal val="#ppt_x"/>
                                          </p:val>
                                        </p:tav>
                                      </p:tavLst>
                                    </p:anim>
                                    <p:anim calcmode="lin" valueType="num">
                                      <p:cBhvr additive="base">
                                        <p:cTn id="77" dur="500" fill="hold"/>
                                        <p:tgtEl>
                                          <p:spTgt spid="16">
                                            <p:bg/>
                                          </p:spTgt>
                                        </p:tgtEl>
                                        <p:attrNameLst>
                                          <p:attrName>ppt_y</p:attrName>
                                        </p:attrNameLst>
                                      </p:cBhvr>
                                      <p:tavLst>
                                        <p:tav tm="0">
                                          <p:val>
                                            <p:strVal val="1+#ppt_h/2"/>
                                          </p:val>
                                        </p:tav>
                                        <p:tav tm="100000">
                                          <p:val>
                                            <p:strVal val="#ppt_y"/>
                                          </p:val>
                                        </p:tav>
                                      </p:tavLst>
                                    </p:anim>
                                  </p:childTnLst>
                                </p:cTn>
                              </p:par>
                              <p:par>
                                <p:cTn id="78" presetID="2" presetClass="entr" presetSubtype="4" fill="hold" grpId="0" nodeType="withEffect">
                                  <p:stCondLst>
                                    <p:cond delay="0"/>
                                  </p:stCondLst>
                                  <p:childTnLst>
                                    <p:set>
                                      <p:cBhvr>
                                        <p:cTn id="79" dur="1" fill="hold">
                                          <p:stCondLst>
                                            <p:cond delay="0"/>
                                          </p:stCondLst>
                                        </p:cTn>
                                        <p:tgtEl>
                                          <p:spTgt spid="16">
                                            <p:txEl>
                                              <p:pRg st="0" end="0"/>
                                            </p:txEl>
                                          </p:spTgt>
                                        </p:tgtEl>
                                        <p:attrNameLst>
                                          <p:attrName>style.visibility</p:attrName>
                                        </p:attrNameLst>
                                      </p:cBhvr>
                                      <p:to>
                                        <p:strVal val="visible"/>
                                      </p:to>
                                    </p:set>
                                    <p:anim calcmode="lin" valueType="num">
                                      <p:cBhvr additive="base">
                                        <p:cTn id="80" dur="500" fill="hold"/>
                                        <p:tgtEl>
                                          <p:spTgt spid="16">
                                            <p:txEl>
                                              <p:pRg st="0" end="0"/>
                                            </p:txEl>
                                          </p:spTgt>
                                        </p:tgtEl>
                                        <p:attrNameLst>
                                          <p:attrName>ppt_x</p:attrName>
                                        </p:attrNameLst>
                                      </p:cBhvr>
                                      <p:tavLst>
                                        <p:tav tm="0">
                                          <p:val>
                                            <p:strVal val="#ppt_x"/>
                                          </p:val>
                                        </p:tav>
                                        <p:tav tm="100000">
                                          <p:val>
                                            <p:strVal val="#ppt_x"/>
                                          </p:val>
                                        </p:tav>
                                      </p:tavLst>
                                    </p:anim>
                                    <p:anim calcmode="lin" valueType="num">
                                      <p:cBhvr additive="base">
                                        <p:cTn id="81" dur="500" fill="hold"/>
                                        <p:tgtEl>
                                          <p:spTgt spid="16">
                                            <p:txEl>
                                              <p:pRg st="0" end="0"/>
                                            </p:txEl>
                                          </p:spTgt>
                                        </p:tgtEl>
                                        <p:attrNameLst>
                                          <p:attrName>ppt_y</p:attrName>
                                        </p:attrNameLst>
                                      </p:cBhvr>
                                      <p:tavLst>
                                        <p:tav tm="0">
                                          <p:val>
                                            <p:strVal val="1+#ppt_h/2"/>
                                          </p:val>
                                        </p:tav>
                                        <p:tav tm="100000">
                                          <p:val>
                                            <p:strVal val="#ppt_y"/>
                                          </p:val>
                                        </p:tav>
                                      </p:tavLst>
                                    </p:anim>
                                  </p:childTnLst>
                                </p:cTn>
                              </p:par>
                              <p:par>
                                <p:cTn id="82" presetID="2" presetClass="entr" presetSubtype="4" fill="hold" grpId="0" nodeType="withEffect">
                                  <p:stCondLst>
                                    <p:cond delay="0"/>
                                  </p:stCondLst>
                                  <p:childTnLst>
                                    <p:set>
                                      <p:cBhvr>
                                        <p:cTn id="83" dur="1" fill="hold">
                                          <p:stCondLst>
                                            <p:cond delay="0"/>
                                          </p:stCondLst>
                                        </p:cTn>
                                        <p:tgtEl>
                                          <p:spTgt spid="16">
                                            <p:txEl>
                                              <p:pRg st="1" end="1"/>
                                            </p:txEl>
                                          </p:spTgt>
                                        </p:tgtEl>
                                        <p:attrNameLst>
                                          <p:attrName>style.visibility</p:attrName>
                                        </p:attrNameLst>
                                      </p:cBhvr>
                                      <p:to>
                                        <p:strVal val="visible"/>
                                      </p:to>
                                    </p:set>
                                    <p:anim calcmode="lin" valueType="num">
                                      <p:cBhvr additive="base">
                                        <p:cTn id="84" dur="500" fill="hold"/>
                                        <p:tgtEl>
                                          <p:spTgt spid="16">
                                            <p:txEl>
                                              <p:pRg st="1" end="1"/>
                                            </p:txEl>
                                          </p:spTgt>
                                        </p:tgtEl>
                                        <p:attrNameLst>
                                          <p:attrName>ppt_x</p:attrName>
                                        </p:attrNameLst>
                                      </p:cBhvr>
                                      <p:tavLst>
                                        <p:tav tm="0">
                                          <p:val>
                                            <p:strVal val="#ppt_x"/>
                                          </p:val>
                                        </p:tav>
                                        <p:tav tm="100000">
                                          <p:val>
                                            <p:strVal val="#ppt_x"/>
                                          </p:val>
                                        </p:tav>
                                      </p:tavLst>
                                    </p:anim>
                                    <p:anim calcmode="lin" valueType="num">
                                      <p:cBhvr additive="base">
                                        <p:cTn id="85" dur="500" fill="hold"/>
                                        <p:tgtEl>
                                          <p:spTgt spid="1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86" fill="hold">
                      <p:stCondLst>
                        <p:cond delay="indefinite"/>
                      </p:stCondLst>
                      <p:childTnLst>
                        <p:par>
                          <p:cTn id="87" fill="hold">
                            <p:stCondLst>
                              <p:cond delay="0"/>
                            </p:stCondLst>
                            <p:childTnLst>
                              <p:par>
                                <p:cTn id="88" presetID="2" presetClass="entr" presetSubtype="4" fill="hold" nodeType="clickEffect">
                                  <p:stCondLst>
                                    <p:cond delay="0"/>
                                  </p:stCondLst>
                                  <p:childTnLst>
                                    <p:set>
                                      <p:cBhvr>
                                        <p:cTn id="89" dur="1" fill="hold">
                                          <p:stCondLst>
                                            <p:cond delay="0"/>
                                          </p:stCondLst>
                                        </p:cTn>
                                        <p:tgtEl>
                                          <p:spTgt spid="27"/>
                                        </p:tgtEl>
                                        <p:attrNameLst>
                                          <p:attrName>style.visibility</p:attrName>
                                        </p:attrNameLst>
                                      </p:cBhvr>
                                      <p:to>
                                        <p:strVal val="visible"/>
                                      </p:to>
                                    </p:set>
                                    <p:anim calcmode="lin" valueType="num">
                                      <p:cBhvr additive="base">
                                        <p:cTn id="90" dur="500" fill="hold"/>
                                        <p:tgtEl>
                                          <p:spTgt spid="27"/>
                                        </p:tgtEl>
                                        <p:attrNameLst>
                                          <p:attrName>ppt_x</p:attrName>
                                        </p:attrNameLst>
                                      </p:cBhvr>
                                      <p:tavLst>
                                        <p:tav tm="0">
                                          <p:val>
                                            <p:strVal val="#ppt_x"/>
                                          </p:val>
                                        </p:tav>
                                        <p:tav tm="100000">
                                          <p:val>
                                            <p:strVal val="#ppt_x"/>
                                          </p:val>
                                        </p:tav>
                                      </p:tavLst>
                                    </p:anim>
                                    <p:anim calcmode="lin" valueType="num">
                                      <p:cBhvr additive="base">
                                        <p:cTn id="91" dur="500" fill="hold"/>
                                        <p:tgtEl>
                                          <p:spTgt spid="27"/>
                                        </p:tgtEl>
                                        <p:attrNameLst>
                                          <p:attrName>ppt_y</p:attrName>
                                        </p:attrNameLst>
                                      </p:cBhvr>
                                      <p:tavLst>
                                        <p:tav tm="0">
                                          <p:val>
                                            <p:strVal val="1+#ppt_h/2"/>
                                          </p:val>
                                        </p:tav>
                                        <p:tav tm="100000">
                                          <p:val>
                                            <p:strVal val="#ppt_y"/>
                                          </p:val>
                                        </p:tav>
                                      </p:tavLst>
                                    </p:anim>
                                  </p:childTnLst>
                                </p:cTn>
                              </p:par>
                            </p:childTnLst>
                          </p:cTn>
                        </p:par>
                      </p:childTnLst>
                    </p:cTn>
                  </p:par>
                  <p:par>
                    <p:cTn id="92" fill="hold">
                      <p:stCondLst>
                        <p:cond delay="indefinite"/>
                      </p:stCondLst>
                      <p:childTnLst>
                        <p:par>
                          <p:cTn id="93" fill="hold">
                            <p:stCondLst>
                              <p:cond delay="0"/>
                            </p:stCondLst>
                            <p:childTnLst>
                              <p:par>
                                <p:cTn id="94" presetID="2" presetClass="entr" presetSubtype="4" fill="hold" grpId="0" nodeType="clickEffect">
                                  <p:stCondLst>
                                    <p:cond delay="0"/>
                                  </p:stCondLst>
                                  <p:childTnLst>
                                    <p:set>
                                      <p:cBhvr>
                                        <p:cTn id="95" dur="1" fill="hold">
                                          <p:stCondLst>
                                            <p:cond delay="0"/>
                                          </p:stCondLst>
                                        </p:cTn>
                                        <p:tgtEl>
                                          <p:spTgt spid="21"/>
                                        </p:tgtEl>
                                        <p:attrNameLst>
                                          <p:attrName>style.visibility</p:attrName>
                                        </p:attrNameLst>
                                      </p:cBhvr>
                                      <p:to>
                                        <p:strVal val="visible"/>
                                      </p:to>
                                    </p:set>
                                    <p:anim calcmode="lin" valueType="num">
                                      <p:cBhvr additive="base">
                                        <p:cTn id="96" dur="500" fill="hold"/>
                                        <p:tgtEl>
                                          <p:spTgt spid="21"/>
                                        </p:tgtEl>
                                        <p:attrNameLst>
                                          <p:attrName>ppt_x</p:attrName>
                                        </p:attrNameLst>
                                      </p:cBhvr>
                                      <p:tavLst>
                                        <p:tav tm="0">
                                          <p:val>
                                            <p:strVal val="#ppt_x"/>
                                          </p:val>
                                        </p:tav>
                                        <p:tav tm="100000">
                                          <p:val>
                                            <p:strVal val="#ppt_x"/>
                                          </p:val>
                                        </p:tav>
                                      </p:tavLst>
                                    </p:anim>
                                    <p:anim calcmode="lin" valueType="num">
                                      <p:cBhvr additive="base">
                                        <p:cTn id="97"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animBg="1"/>
      <p:bldP spid="9" grpId="0" animBg="1"/>
      <p:bldP spid="10" grpId="0" animBg="1"/>
      <p:bldP spid="11" grpId="0" animBg="1"/>
      <p:bldP spid="12" grpId="0" animBg="1"/>
      <p:bldP spid="14" grpId="0" animBg="1"/>
      <p:bldP spid="15" grpId="0" animBg="1"/>
      <p:bldP spid="16" grpId="0" build="allAtOnce" animBg="1"/>
      <p:bldP spid="17" grpId="0" animBg="1"/>
      <p:bldP spid="19" grpId="0" animBg="1"/>
      <p:bldP spid="20" grpId="0" animBg="1"/>
      <p:bldP spid="21"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320040" y="621792"/>
            <a:ext cx="8229600" cy="438912"/>
          </a:xfrm>
          <a:prstGeom prst="rect">
            <a:avLst/>
          </a:prstGeom>
          <a:noFill/>
          <a:ln/>
        </p:spPr>
        <p:txBody>
          <a:bodyPr wrap="square" rtlCol="0" anchor="ctr"/>
          <a:lstStyle/>
          <a:p>
            <a:pPr marL="0" indent="0">
              <a:buNone/>
            </a:pPr>
            <a:r>
              <a:rPr lang="en-US" sz="2200" b="1" dirty="0">
                <a:solidFill>
                  <a:srgbClr val="1B3A8A"/>
                </a:solidFill>
                <a:latin typeface="Calibri" pitchFamily="34" charset="0"/>
                <a:ea typeface="Calibri" pitchFamily="34" charset="-122"/>
                <a:cs typeface="Calibri" pitchFamily="34" charset="-120"/>
              </a:rPr>
              <a:t>Video of Project Demo</a:t>
            </a:r>
            <a:endParaRPr lang="en-US" sz="2200" dirty="0"/>
          </a:p>
        </p:txBody>
      </p:sp>
      <p:sp>
        <p:nvSpPr>
          <p:cNvPr id="6" name="Shape 4"/>
          <p:cNvSpPr/>
          <p:nvPr/>
        </p:nvSpPr>
        <p:spPr>
          <a:xfrm>
            <a:off x="365760" y="685800"/>
            <a:ext cx="8412480" cy="3977640"/>
          </a:xfrm>
          <a:prstGeom prst="rect">
            <a:avLst/>
          </a:prstGeom>
          <a:solidFill>
            <a:srgbClr val="ECEFF1"/>
          </a:solidFill>
          <a:ln w="25400">
            <a:solidFill>
              <a:srgbClr val="1B3A8A"/>
            </a:solidFill>
            <a:prstDash val="solid"/>
          </a:ln>
        </p:spPr>
        <p:txBody>
          <a:bodyPr/>
          <a:lstStyle/>
          <a:p>
            <a:endParaRPr lang="en-IN"/>
          </a:p>
        </p:txBody>
      </p:sp>
      <p:sp>
        <p:nvSpPr>
          <p:cNvPr id="7" name="Shape 5"/>
          <p:cNvSpPr/>
          <p:nvPr/>
        </p:nvSpPr>
        <p:spPr>
          <a:xfrm>
            <a:off x="365760" y="685800"/>
            <a:ext cx="8412480" cy="384048"/>
          </a:xfrm>
          <a:prstGeom prst="rect">
            <a:avLst/>
          </a:prstGeom>
          <a:solidFill>
            <a:srgbClr val="E0E0E0"/>
          </a:solidFill>
          <a:ln/>
        </p:spPr>
        <p:txBody>
          <a:bodyPr/>
          <a:lstStyle/>
          <a:p>
            <a:endParaRPr lang="en-IN"/>
          </a:p>
        </p:txBody>
      </p:sp>
      <p:sp>
        <p:nvSpPr>
          <p:cNvPr id="8" name="Shape 6"/>
          <p:cNvSpPr/>
          <p:nvPr/>
        </p:nvSpPr>
        <p:spPr>
          <a:xfrm>
            <a:off x="502920" y="777240"/>
            <a:ext cx="164592" cy="164592"/>
          </a:xfrm>
          <a:prstGeom prst="ellipse">
            <a:avLst/>
          </a:prstGeom>
          <a:solidFill>
            <a:srgbClr val="FF5F57"/>
          </a:solidFill>
          <a:ln/>
        </p:spPr>
        <p:txBody>
          <a:bodyPr/>
          <a:lstStyle/>
          <a:p>
            <a:endParaRPr lang="en-IN"/>
          </a:p>
        </p:txBody>
      </p:sp>
      <p:sp>
        <p:nvSpPr>
          <p:cNvPr id="9" name="Shape 7"/>
          <p:cNvSpPr/>
          <p:nvPr/>
        </p:nvSpPr>
        <p:spPr>
          <a:xfrm>
            <a:off x="731520" y="777240"/>
            <a:ext cx="164592" cy="164592"/>
          </a:xfrm>
          <a:prstGeom prst="ellipse">
            <a:avLst/>
          </a:prstGeom>
          <a:solidFill>
            <a:srgbClr val="FEBC2E"/>
          </a:solidFill>
          <a:ln/>
        </p:spPr>
        <p:txBody>
          <a:bodyPr/>
          <a:lstStyle/>
          <a:p>
            <a:endParaRPr lang="en-IN"/>
          </a:p>
        </p:txBody>
      </p:sp>
      <p:sp>
        <p:nvSpPr>
          <p:cNvPr id="10" name="Shape 8"/>
          <p:cNvSpPr/>
          <p:nvPr/>
        </p:nvSpPr>
        <p:spPr>
          <a:xfrm>
            <a:off x="960120" y="777240"/>
            <a:ext cx="164592" cy="164592"/>
          </a:xfrm>
          <a:prstGeom prst="ellipse">
            <a:avLst/>
          </a:prstGeom>
          <a:solidFill>
            <a:srgbClr val="28C840"/>
          </a:solidFill>
          <a:ln/>
        </p:spPr>
        <p:txBody>
          <a:bodyPr/>
          <a:lstStyle/>
          <a:p>
            <a:endParaRPr lang="en-IN"/>
          </a:p>
        </p:txBody>
      </p:sp>
      <p:sp>
        <p:nvSpPr>
          <p:cNvPr id="11" name="Shape 9"/>
          <p:cNvSpPr/>
          <p:nvPr/>
        </p:nvSpPr>
        <p:spPr>
          <a:xfrm>
            <a:off x="1234440" y="738258"/>
            <a:ext cx="7178040" cy="228600"/>
          </a:xfrm>
          <a:prstGeom prst="rect">
            <a:avLst/>
          </a:prstGeom>
          <a:solidFill>
            <a:srgbClr val="FFFFFF"/>
          </a:solidFill>
          <a:ln w="6350">
            <a:solidFill>
              <a:srgbClr val="CCCCCC"/>
            </a:solidFill>
            <a:prstDash val="solid"/>
          </a:ln>
        </p:spPr>
        <p:txBody>
          <a:bodyPr/>
          <a:lstStyle/>
          <a:p>
            <a:r>
              <a:rPr lang="en-US" sz="1100" dirty="0">
                <a:hlinkClick r:id="rId4"/>
              </a:rPr>
              <a:t>Link for project video </a:t>
            </a:r>
            <a:r>
              <a:rPr lang="en-US" sz="1100" dirty="0" err="1">
                <a:hlinkClick r:id="rId4"/>
              </a:rPr>
              <a:t>implemention</a:t>
            </a:r>
            <a:r>
              <a:rPr lang="en-US" sz="1100"/>
              <a:t> </a:t>
            </a:r>
            <a:endParaRPr lang="en-IN" sz="1100" dirty="0"/>
          </a:p>
        </p:txBody>
      </p:sp>
      <p:sp>
        <p:nvSpPr>
          <p:cNvPr id="12" name="Text 10"/>
          <p:cNvSpPr/>
          <p:nvPr/>
        </p:nvSpPr>
        <p:spPr>
          <a:xfrm>
            <a:off x="1371600" y="704088"/>
            <a:ext cx="4992624" cy="365760"/>
          </a:xfrm>
          <a:prstGeom prst="rect">
            <a:avLst/>
          </a:prstGeom>
          <a:noFill/>
          <a:ln/>
        </p:spPr>
        <p:txBody>
          <a:bodyPr wrap="square" rtlCol="0" anchor="ctr"/>
          <a:lstStyle/>
          <a:p>
            <a:endParaRPr lang="en-US" sz="900" dirty="0">
              <a:solidFill>
                <a:srgbClr val="607D8B"/>
              </a:solidFill>
              <a:latin typeface="Calibri" pitchFamily="34" charset="0"/>
              <a:ea typeface="Calibri" pitchFamily="34" charset="-122"/>
              <a:cs typeface="Calibri" pitchFamily="34" charset="-120"/>
            </a:endParaRPr>
          </a:p>
        </p:txBody>
      </p:sp>
      <p:sp>
        <p:nvSpPr>
          <p:cNvPr id="13" name="Shape 11"/>
          <p:cNvSpPr/>
          <p:nvPr/>
        </p:nvSpPr>
        <p:spPr>
          <a:xfrm>
            <a:off x="3749040" y="1828800"/>
            <a:ext cx="1645920" cy="1645920"/>
          </a:xfrm>
          <a:prstGeom prst="ellipse">
            <a:avLst/>
          </a:prstGeom>
          <a:solidFill>
            <a:srgbClr val="1B3A8A">
              <a:alpha val="80000"/>
            </a:srgbClr>
          </a:solidFill>
          <a:ln/>
        </p:spPr>
        <p:txBody>
          <a:bodyPr/>
          <a:lstStyle/>
          <a:p>
            <a:endParaRPr lang="en-IN"/>
          </a:p>
        </p:txBody>
      </p:sp>
      <p:sp>
        <p:nvSpPr>
          <p:cNvPr id="14" name="Text 12"/>
          <p:cNvSpPr/>
          <p:nvPr/>
        </p:nvSpPr>
        <p:spPr>
          <a:xfrm>
            <a:off x="3749040" y="1828800"/>
            <a:ext cx="1645920" cy="1645920"/>
          </a:xfrm>
          <a:prstGeom prst="rect">
            <a:avLst/>
          </a:prstGeom>
          <a:noFill/>
          <a:ln/>
        </p:spPr>
        <p:txBody>
          <a:bodyPr wrap="square" rtlCol="0" anchor="ctr"/>
          <a:lstStyle/>
          <a:p>
            <a:pPr marL="0" indent="0" algn="ctr">
              <a:buNone/>
            </a:pPr>
            <a:r>
              <a:rPr lang="en-US" sz="4800" dirty="0">
                <a:solidFill>
                  <a:srgbClr val="FFFFFF"/>
                </a:solidFill>
              </a:rPr>
              <a:t>▶</a:t>
            </a:r>
            <a:endParaRPr lang="en-US" sz="4800" dirty="0"/>
          </a:p>
        </p:txBody>
      </p:sp>
      <p:sp>
        <p:nvSpPr>
          <p:cNvPr id="15" name="Text 13"/>
          <p:cNvSpPr/>
          <p:nvPr/>
        </p:nvSpPr>
        <p:spPr>
          <a:xfrm>
            <a:off x="851835" y="4001222"/>
            <a:ext cx="7315200" cy="594360"/>
          </a:xfrm>
          <a:prstGeom prst="rect">
            <a:avLst/>
          </a:prstGeom>
          <a:noFill/>
          <a:ln/>
        </p:spPr>
        <p:txBody>
          <a:bodyPr wrap="square" rtlCol="0" anchor="ctr"/>
          <a:lstStyle/>
          <a:p>
            <a:pPr marL="0" indent="0" algn="ctr">
              <a:buNone/>
            </a:pPr>
            <a:r>
              <a:rPr lang="en-US" sz="1100" b="1" i="1" dirty="0">
                <a:solidFill>
                  <a:srgbClr val="607D8B"/>
                </a:solidFill>
                <a:latin typeface="Calibri" pitchFamily="34" charset="0"/>
                <a:ea typeface="Calibri" pitchFamily="34" charset="-122"/>
                <a:cs typeface="Calibri" pitchFamily="34" charset="-120"/>
              </a:rPr>
              <a:t>This dashboard Present a comprehensive analysis of House prices in India using data visualization techniques.it includes key insights such as price variation based on number of bedrooms ,house grade ,and living area. The dashboard also shows trends based on built year ,distance from airport ,and  floor distribution. Interactive filters like date selection help in better understanding and analysis of real estate data. </a:t>
            </a:r>
          </a:p>
        </p:txBody>
      </p:sp>
      <p:pic>
        <p:nvPicPr>
          <p:cNvPr id="3" name="Picture 2" descr="The image displays a data dashboard for real estate sales in India, showcasing various statistics such as average price, date, number of bedrooms, distance from the airport, and grade of the house.&#10;&#10;AI-generated content may be incorrect.">
            <a:extLst>
              <a:ext uri="{FF2B5EF4-FFF2-40B4-BE49-F238E27FC236}">
                <a16:creationId xmlns:a16="http://schemas.microsoft.com/office/drawing/2014/main" id="{926D2678-EE40-B6F7-AD67-1872F6B37F35}"/>
              </a:ext>
            </a:extLst>
          </p:cNvPr>
          <p:cNvPicPr>
            <a:picLocks noChangeAspect="1"/>
          </p:cNvPicPr>
          <p:nvPr/>
        </p:nvPicPr>
        <p:blipFill>
          <a:blip r:embed="rId5"/>
          <a:stretch>
            <a:fillRect/>
          </a:stretch>
        </p:blipFill>
        <p:spPr>
          <a:xfrm>
            <a:off x="365760" y="1005840"/>
            <a:ext cx="8412480" cy="2903942"/>
          </a:xfrm>
          <a:prstGeom prst="rect">
            <a:avLst/>
          </a:prstGeom>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5"/>
                                        </p:tgtEl>
                                        <p:attrNameLst>
                                          <p:attrName>style.visibility</p:attrName>
                                        </p:attrNameLst>
                                      </p:cBhvr>
                                      <p:to>
                                        <p:strVal val="visible"/>
                                      </p:to>
                                    </p:set>
                                    <p:anim calcmode="lin" valueType="num">
                                      <p:cBhvr additive="base">
                                        <p:cTn id="13" dur="500" fill="hold"/>
                                        <p:tgtEl>
                                          <p:spTgt spid="15"/>
                                        </p:tgtEl>
                                        <p:attrNameLst>
                                          <p:attrName>ppt_x</p:attrName>
                                        </p:attrNameLst>
                                      </p:cBhvr>
                                      <p:tavLst>
                                        <p:tav tm="0">
                                          <p:val>
                                            <p:strVal val="#ppt_x"/>
                                          </p:val>
                                        </p:tav>
                                        <p:tav tm="100000">
                                          <p:val>
                                            <p:strVal val="#ppt_x"/>
                                          </p:val>
                                        </p:tav>
                                      </p:tavLst>
                                    </p:anim>
                                    <p:anim calcmode="lin" valueType="num">
                                      <p:cBhvr additive="base">
                                        <p:cTn id="14"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5"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30351" y="612064"/>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Conclusion</a:t>
            </a:r>
            <a:endParaRPr lang="en-US" sz="2000" dirty="0">
              <a:latin typeface="Lato" panose="020F0502020204030203" pitchFamily="34" charset="0"/>
              <a:cs typeface="Arial" panose="020B0604020202020204" pitchFamily="34" charset="0"/>
            </a:endParaRPr>
          </a:p>
        </p:txBody>
      </p:sp>
      <p:sp>
        <p:nvSpPr>
          <p:cNvPr id="14" name="Text 12"/>
          <p:cNvSpPr/>
          <p:nvPr/>
        </p:nvSpPr>
        <p:spPr>
          <a:xfrm>
            <a:off x="130351" y="1181180"/>
            <a:ext cx="4446513" cy="3474720"/>
          </a:xfrm>
          <a:prstGeom prst="rect">
            <a:avLst/>
          </a:prstGeom>
          <a:noFill/>
          <a:ln/>
        </p:spPr>
        <p:txBody>
          <a:bodyPr wrap="square" rtlCol="0" anchor="t"/>
          <a:lstStyle/>
          <a:p>
            <a:pPr marL="0" indent="0">
              <a:buNone/>
            </a:pPr>
            <a:r>
              <a:rPr lang="en-US" dirty="0">
                <a:solidFill>
                  <a:srgbClr val="1A1A2E"/>
                </a:solidFill>
                <a:latin typeface="Lato" panose="020F0502020204030203" pitchFamily="34" charset="0"/>
                <a:ea typeface="Calibri" pitchFamily="34" charset="-122"/>
                <a:cs typeface="Arial" panose="020B0604020202020204" pitchFamily="34" charset="0"/>
              </a:rPr>
              <a:t>The Project successfully integrates multiple tools to provide actionable insights into house price trends in India. </a:t>
            </a:r>
          </a:p>
          <a:p>
            <a:pPr marL="0" indent="0">
              <a:buNone/>
            </a:pPr>
            <a:r>
              <a:rPr lang="en-US" dirty="0">
                <a:solidFill>
                  <a:srgbClr val="1A1A2E"/>
                </a:solidFill>
                <a:latin typeface="Lato" panose="020F0502020204030203" pitchFamily="34" charset="0"/>
                <a:ea typeface="Calibri" pitchFamily="34" charset="-122"/>
                <a:cs typeface="Arial" panose="020B0604020202020204" pitchFamily="34" charset="0"/>
              </a:rPr>
              <a:t>Objectives of affordability analysis and predictive modeling were achieved . This adds value to policymakers , investors , and buyers. Adds value by combining multiple tools into one integrated solution.</a:t>
            </a:r>
            <a:endParaRPr lang="en-US" dirty="0">
              <a:latin typeface="Lato" panose="020F0502020204030203" pitchFamily="34" charset="0"/>
              <a:cs typeface="Arial" panose="020B0604020202020204" pitchFamily="34" charset="0"/>
            </a:endParaRPr>
          </a:p>
        </p:txBody>
      </p:sp>
      <p:sp>
        <p:nvSpPr>
          <p:cNvPr id="19" name="Text 17"/>
          <p:cNvSpPr/>
          <p:nvPr/>
        </p:nvSpPr>
        <p:spPr>
          <a:xfrm>
            <a:off x="5303520" y="3474720"/>
            <a:ext cx="3017520" cy="502920"/>
          </a:xfrm>
          <a:prstGeom prst="rect">
            <a:avLst/>
          </a:prstGeom>
          <a:noFill/>
          <a:ln/>
        </p:spPr>
        <p:txBody>
          <a:bodyPr wrap="square" rtlCol="0" anchor="ctr"/>
          <a:lstStyle/>
          <a:p>
            <a:pPr marL="0" indent="0" algn="ctr">
              <a:buNone/>
            </a:pPr>
            <a:r>
              <a:rPr lang="en-US" sz="1600" b="1" kern="0" spc="200" dirty="0">
                <a:solidFill>
                  <a:srgbClr val="FFFFFF"/>
                </a:solidFill>
                <a:latin typeface="Lato" panose="020F0502020204030203" pitchFamily="34" charset="0"/>
                <a:ea typeface="Calibri" pitchFamily="34" charset="-122"/>
                <a:cs typeface="Calibri" pitchFamily="34" charset="-120"/>
              </a:rPr>
              <a:t>CONCLUSION</a:t>
            </a:r>
            <a:endParaRPr lang="en-US" sz="1600" dirty="0">
              <a:latin typeface="Lato" panose="020F0502020204030203" pitchFamily="34" charset="0"/>
            </a:endParaRPr>
          </a:p>
        </p:txBody>
      </p:sp>
      <p:pic>
        <p:nvPicPr>
          <p:cNvPr id="20" name="Picture 19" descr="A blue circle with a pencil and paper with a star on it&#10;&#10;AI-generated content may be incorrect.">
            <a:extLst>
              <a:ext uri="{FF2B5EF4-FFF2-40B4-BE49-F238E27FC236}">
                <a16:creationId xmlns:a16="http://schemas.microsoft.com/office/drawing/2014/main" id="{BAE68F53-65EE-1751-E92D-7025D978B68E}"/>
              </a:ext>
            </a:extLst>
          </p:cNvPr>
          <p:cNvPicPr>
            <a:picLocks noChangeAspect="1"/>
          </p:cNvPicPr>
          <p:nvPr/>
        </p:nvPicPr>
        <p:blipFill>
          <a:blip r:embed="rId4">
            <a:duotone>
              <a:schemeClr val="accent1">
                <a:shade val="45000"/>
                <a:satMod val="135000"/>
              </a:schemeClr>
              <a:prstClr val="white"/>
            </a:duotone>
          </a:blip>
          <a:srcRect l="25397" t="26296" r="26825" b="29752"/>
          <a:stretch>
            <a:fillRect/>
          </a:stretch>
        </p:blipFill>
        <p:spPr>
          <a:xfrm>
            <a:off x="4898406" y="971550"/>
            <a:ext cx="3597456" cy="3309355"/>
          </a:xfrm>
          <a:prstGeom prst="rect">
            <a:avLst/>
          </a:prstGeom>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0"/>
                                        </p:tgtEl>
                                        <p:attrNameLst>
                                          <p:attrName>style.visibility</p:attrName>
                                        </p:attrNameLst>
                                      </p:cBhvr>
                                      <p:to>
                                        <p:strVal val="visible"/>
                                      </p:to>
                                    </p:set>
                                    <p:anim calcmode="lin" valueType="num">
                                      <p:cBhvr additive="base">
                                        <p:cTn id="13" dur="500" fill="hold"/>
                                        <p:tgtEl>
                                          <p:spTgt spid="20"/>
                                        </p:tgtEl>
                                        <p:attrNameLst>
                                          <p:attrName>ppt_x</p:attrName>
                                        </p:attrNameLst>
                                      </p:cBhvr>
                                      <p:tavLst>
                                        <p:tav tm="0">
                                          <p:val>
                                            <p:strVal val="#ppt_x"/>
                                          </p:val>
                                        </p:tav>
                                        <p:tav tm="100000">
                                          <p:val>
                                            <p:strVal val="#ppt_x"/>
                                          </p:val>
                                        </p:tav>
                                      </p:tavLst>
                                    </p:anim>
                                    <p:anim calcmode="lin" valueType="num">
                                      <p:cBhvr additive="base">
                                        <p:cTn id="14"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1" presetClass="entr" presetSubtype="1"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wheel(1)">
                                      <p:cBhvr>
                                        <p:cTn id="19" dur="20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4" name="Text 2"/>
          <p:cNvSpPr/>
          <p:nvPr/>
        </p:nvSpPr>
        <p:spPr>
          <a:xfrm>
            <a:off x="123247" y="613561"/>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Future Scope</a:t>
            </a:r>
            <a:endParaRPr lang="en-US" sz="2000" dirty="0">
              <a:latin typeface="Lato" panose="020F0502020204030203" pitchFamily="34" charset="0"/>
              <a:cs typeface="Arial" panose="020B0604020202020204" pitchFamily="34" charset="0"/>
            </a:endParaRPr>
          </a:p>
        </p:txBody>
      </p:sp>
      <p:sp>
        <p:nvSpPr>
          <p:cNvPr id="14" name="Text 12"/>
          <p:cNvSpPr/>
          <p:nvPr/>
        </p:nvSpPr>
        <p:spPr>
          <a:xfrm>
            <a:off x="41433" y="1245733"/>
            <a:ext cx="4114800" cy="3474720"/>
          </a:xfrm>
          <a:prstGeom prst="rect">
            <a:avLst/>
          </a:prstGeom>
          <a:noFill/>
          <a:ln/>
        </p:spPr>
        <p:txBody>
          <a:bodyPr wrap="square" rtlCol="0" anchor="t"/>
          <a:lstStyle/>
          <a:p>
            <a:pPr marL="285750" indent="-285750">
              <a:buFontTx/>
              <a:buChar char="-"/>
            </a:pPr>
            <a:r>
              <a:rPr lang="en-US" dirty="0">
                <a:solidFill>
                  <a:srgbClr val="1A1A2E"/>
                </a:solidFill>
                <a:latin typeface="Lato" panose="020F0502020204030203" pitchFamily="34" charset="0"/>
                <a:ea typeface="Calibri" pitchFamily="34" charset="-122"/>
                <a:cs typeface="Arial" panose="020B0604020202020204" pitchFamily="34" charset="0"/>
              </a:rPr>
              <a:t>Expand datasets to include rental markets.</a:t>
            </a:r>
          </a:p>
          <a:p>
            <a:pPr marL="285750" indent="-285750">
              <a:buFontTx/>
              <a:buChar char="-"/>
            </a:pPr>
            <a:r>
              <a:rPr lang="en-US" dirty="0">
                <a:solidFill>
                  <a:srgbClr val="1A1A2E"/>
                </a:solidFill>
                <a:latin typeface="Lato" panose="020F0502020204030203" pitchFamily="34" charset="0"/>
                <a:ea typeface="Calibri" pitchFamily="34" charset="-122"/>
                <a:cs typeface="Arial" panose="020B0604020202020204" pitchFamily="34" charset="0"/>
              </a:rPr>
              <a:t>Integrate real – time APIs for dynamic updates.</a:t>
            </a:r>
          </a:p>
          <a:p>
            <a:pPr marL="285750" indent="-285750">
              <a:buFontTx/>
              <a:buChar char="-"/>
            </a:pPr>
            <a:r>
              <a:rPr lang="en-US" dirty="0">
                <a:solidFill>
                  <a:srgbClr val="1A1A2E"/>
                </a:solidFill>
                <a:latin typeface="Lato" panose="020F0502020204030203" pitchFamily="34" charset="0"/>
                <a:ea typeface="Calibri" pitchFamily="34" charset="-122"/>
                <a:cs typeface="Arial" panose="020B0604020202020204" pitchFamily="34" charset="0"/>
              </a:rPr>
              <a:t>Enhance predictive models with machine learning.</a:t>
            </a:r>
          </a:p>
          <a:p>
            <a:pPr marL="285750" indent="-285750">
              <a:buFontTx/>
              <a:buChar char="-"/>
            </a:pPr>
            <a:r>
              <a:rPr lang="en-US" dirty="0">
                <a:solidFill>
                  <a:srgbClr val="1A1A2E"/>
                </a:solidFill>
                <a:latin typeface="Lato" panose="020F0502020204030203" pitchFamily="34" charset="0"/>
                <a:ea typeface="Calibri" pitchFamily="34" charset="-122"/>
                <a:cs typeface="Arial" panose="020B0604020202020204" pitchFamily="34" charset="0"/>
              </a:rPr>
              <a:t>Scale dashboards for broader geographic coverage.</a:t>
            </a:r>
            <a:endParaRPr lang="en-US" dirty="0">
              <a:latin typeface="Lato" panose="020F0502020204030203" pitchFamily="34" charset="0"/>
              <a:cs typeface="Arial" panose="020B0604020202020204" pitchFamily="34" charset="0"/>
            </a:endParaRPr>
          </a:p>
        </p:txBody>
      </p:sp>
      <p:pic>
        <p:nvPicPr>
          <p:cNvPr id="2" name="Picture 1">
            <a:extLst>
              <a:ext uri="{FF2B5EF4-FFF2-40B4-BE49-F238E27FC236}">
                <a16:creationId xmlns:a16="http://schemas.microsoft.com/office/drawing/2014/main" id="{412449DB-BF51-DAAE-EA83-F4C00896763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31635" y="879613"/>
            <a:ext cx="4512365" cy="3384274"/>
          </a:xfrm>
          <a:prstGeom prst="rect">
            <a:avLst/>
          </a:prstGeom>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30"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800" decel="100000"/>
                                        <p:tgtEl>
                                          <p:spTgt spid="14"/>
                                        </p:tgtEl>
                                      </p:cBhvr>
                                    </p:animEffect>
                                    <p:anim calcmode="lin" valueType="num">
                                      <p:cBhvr>
                                        <p:cTn id="20" dur="800" decel="100000" fill="hold"/>
                                        <p:tgtEl>
                                          <p:spTgt spid="14"/>
                                        </p:tgtEl>
                                        <p:attrNameLst>
                                          <p:attrName>style.rotation</p:attrName>
                                        </p:attrNameLst>
                                      </p:cBhvr>
                                      <p:tavLst>
                                        <p:tav tm="0">
                                          <p:val>
                                            <p:fltVal val="-90"/>
                                          </p:val>
                                        </p:tav>
                                        <p:tav tm="100000">
                                          <p:val>
                                            <p:fltVal val="0"/>
                                          </p:val>
                                        </p:tav>
                                      </p:tavLst>
                                    </p:anim>
                                    <p:anim calcmode="lin" valueType="num">
                                      <p:cBhvr>
                                        <p:cTn id="21" dur="800" decel="100000" fill="hold"/>
                                        <p:tgtEl>
                                          <p:spTgt spid="14"/>
                                        </p:tgtEl>
                                        <p:attrNameLst>
                                          <p:attrName>ppt_x</p:attrName>
                                        </p:attrNameLst>
                                      </p:cBhvr>
                                      <p:tavLst>
                                        <p:tav tm="0">
                                          <p:val>
                                            <p:strVal val="#ppt_x+0.4"/>
                                          </p:val>
                                        </p:tav>
                                        <p:tav tm="100000">
                                          <p:val>
                                            <p:strVal val="#ppt_x-0.05"/>
                                          </p:val>
                                        </p:tav>
                                      </p:tavLst>
                                    </p:anim>
                                    <p:anim calcmode="lin" valueType="num">
                                      <p:cBhvr>
                                        <p:cTn id="22" dur="800" decel="100000" fill="hold"/>
                                        <p:tgtEl>
                                          <p:spTgt spid="14"/>
                                        </p:tgtEl>
                                        <p:attrNameLst>
                                          <p:attrName>ppt_y</p:attrName>
                                        </p:attrNameLst>
                                      </p:cBhvr>
                                      <p:tavLst>
                                        <p:tav tm="0">
                                          <p:val>
                                            <p:strVal val="#ppt_y-0.4"/>
                                          </p:val>
                                        </p:tav>
                                        <p:tav tm="100000">
                                          <p:val>
                                            <p:strVal val="#ppt_y+0.1"/>
                                          </p:val>
                                        </p:tav>
                                      </p:tavLst>
                                    </p:anim>
                                    <p:anim calcmode="lin" valueType="num">
                                      <p:cBhvr>
                                        <p:cTn id="23" dur="200" accel="100000" fill="hold">
                                          <p:stCondLst>
                                            <p:cond delay="800"/>
                                          </p:stCondLst>
                                        </p:cTn>
                                        <p:tgtEl>
                                          <p:spTgt spid="14"/>
                                        </p:tgtEl>
                                        <p:attrNameLst>
                                          <p:attrName>ppt_x</p:attrName>
                                        </p:attrNameLst>
                                      </p:cBhvr>
                                      <p:tavLst>
                                        <p:tav tm="0">
                                          <p:val>
                                            <p:strVal val="#ppt_x-0.05"/>
                                          </p:val>
                                        </p:tav>
                                        <p:tav tm="100000">
                                          <p:val>
                                            <p:strVal val="#ppt_x"/>
                                          </p:val>
                                        </p:tav>
                                      </p:tavLst>
                                    </p:anim>
                                    <p:anim calcmode="lin" valueType="num">
                                      <p:cBhvr>
                                        <p:cTn id="24" dur="200" accel="100000" fill="hold">
                                          <p:stCondLst>
                                            <p:cond delay="800"/>
                                          </p:stCondLst>
                                        </p:cTn>
                                        <p:tgtEl>
                                          <p:spTgt spid="14"/>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5" name="Text 3"/>
          <p:cNvSpPr/>
          <p:nvPr/>
        </p:nvSpPr>
        <p:spPr>
          <a:xfrm>
            <a:off x="914400" y="3017520"/>
            <a:ext cx="7315200" cy="411480"/>
          </a:xfrm>
          <a:prstGeom prst="rect">
            <a:avLst/>
          </a:prstGeom>
          <a:noFill/>
          <a:ln/>
        </p:spPr>
        <p:txBody>
          <a:bodyPr wrap="square" rtlCol="0" anchor="ctr"/>
          <a:lstStyle/>
          <a:p>
            <a:pPr marL="0" indent="0" algn="ctr">
              <a:buNone/>
            </a:pPr>
            <a:r>
              <a:rPr lang="en-US" sz="1400" kern="0" spc="200" dirty="0">
                <a:latin typeface="Lato" panose="020F0502020204030203" pitchFamily="34" charset="0"/>
                <a:ea typeface="Calibri" pitchFamily="34" charset="-122"/>
                <a:cs typeface="Arial" panose="020B0604020202020204" pitchFamily="34" charset="0"/>
              </a:rPr>
              <a:t>AICW Fellowship  |  Student Project Presentation 2026</a:t>
            </a:r>
            <a:endParaRPr lang="en-US" sz="1400" dirty="0">
              <a:latin typeface="Lato" panose="020F0502020204030203" pitchFamily="34" charset="0"/>
              <a:cs typeface="Arial" panose="020B0604020202020204" pitchFamily="34" charset="0"/>
            </a:endParaRPr>
          </a:p>
        </p:txBody>
      </p:sp>
      <p:sp>
        <p:nvSpPr>
          <p:cNvPr id="6" name="Text 4"/>
          <p:cNvSpPr/>
          <p:nvPr/>
        </p:nvSpPr>
        <p:spPr>
          <a:xfrm>
            <a:off x="914400" y="3566160"/>
            <a:ext cx="7315200" cy="320040"/>
          </a:xfrm>
          <a:prstGeom prst="rect">
            <a:avLst/>
          </a:prstGeom>
          <a:noFill/>
          <a:ln/>
        </p:spPr>
        <p:txBody>
          <a:bodyPr wrap="square" lIns="91440" tIns="45720" rIns="91440" bIns="45720" rtlCol="0" anchor="ctr"/>
          <a:lstStyle/>
          <a:p>
            <a:pPr marL="0" indent="0" algn="ctr">
              <a:buNone/>
            </a:pPr>
            <a:r>
              <a:rPr lang="en-US" sz="1100" dirty="0">
                <a:latin typeface="Lato" panose="020F0502020204030203" pitchFamily="34" charset="0"/>
                <a:ea typeface="Calibri"/>
                <a:cs typeface="Arial" panose="020B0604020202020204" pitchFamily="34" charset="0"/>
              </a:rPr>
              <a:t>  LinkedIn  |   </a:t>
            </a:r>
            <a:r>
              <a:rPr lang="en-US" sz="1100" dirty="0" err="1">
                <a:latin typeface="Lato" panose="020F0502020204030203" pitchFamily="34" charset="0"/>
                <a:ea typeface="Calibri"/>
                <a:cs typeface="Arial" panose="020B0604020202020204" pitchFamily="34" charset="0"/>
              </a:rPr>
              <a:t>Edunet</a:t>
            </a:r>
            <a:r>
              <a:rPr lang="en-US" sz="1100" dirty="0">
                <a:latin typeface="Lato" panose="020F0502020204030203" pitchFamily="34" charset="0"/>
                <a:ea typeface="Calibri"/>
                <a:cs typeface="Arial" panose="020B0604020202020204" pitchFamily="34" charset="0"/>
              </a:rPr>
              <a:t> Foundation</a:t>
            </a:r>
            <a:endParaRPr lang="en-US" sz="1100" dirty="0">
              <a:latin typeface="Lato" panose="020F0502020204030203" pitchFamily="34" charset="0"/>
              <a:cs typeface="Arial" panose="020B0604020202020204" pitchFamily="34" charset="0"/>
            </a:endParaRPr>
          </a:p>
        </p:txBody>
      </p:sp>
      <p:sp>
        <p:nvSpPr>
          <p:cNvPr id="9" name="TextBox 4">
            <a:extLst>
              <a:ext uri="{FF2B5EF4-FFF2-40B4-BE49-F238E27FC236}">
                <a16:creationId xmlns:a16="http://schemas.microsoft.com/office/drawing/2014/main" id="{F7A740B1-0782-B37E-5F62-503024E32BC9}"/>
              </a:ext>
            </a:extLst>
          </p:cNvPr>
          <p:cNvSpPr txBox="1"/>
          <p:nvPr/>
        </p:nvSpPr>
        <p:spPr>
          <a:xfrm>
            <a:off x="2632982" y="1705295"/>
            <a:ext cx="3878036" cy="1175065"/>
          </a:xfrm>
          <a:prstGeom prst="rect">
            <a:avLst/>
          </a:prstGeom>
        </p:spPr>
        <p:txBody>
          <a:bodyPr wrap="square" lIns="0" tIns="0" rIns="0" bIns="0" rtlCol="0" anchor="t">
            <a:spAutoFit/>
          </a:bodyPr>
          <a:lstStyle/>
          <a:p>
            <a:pPr algn="ctr">
              <a:lnSpc>
                <a:spcPts val="10686"/>
              </a:lnSpc>
            </a:pPr>
            <a:r>
              <a:rPr lang="en-US" sz="5000" b="1" dirty="0">
                <a:solidFill>
                  <a:srgbClr val="0D358D"/>
                </a:solidFill>
                <a:latin typeface="Lato" panose="020F0502020204030203" pitchFamily="34" charset="0"/>
                <a:ea typeface="Aileron Ultra-Bold"/>
                <a:cs typeface="Arial" panose="020B0604020202020204" pitchFamily="34" charset="0"/>
                <a:sym typeface="Aileron Ultra-Bold"/>
              </a:rPr>
              <a:t>Thank You</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ppt_x"/>
                                          </p:val>
                                        </p:tav>
                                        <p:tav tm="100000">
                                          <p:val>
                                            <p:strVal val="#ppt_x"/>
                                          </p:val>
                                        </p:tav>
                                      </p:tavLst>
                                    </p:anim>
                                    <p:anim calcmode="lin" valueType="num">
                                      <p:cBhvr additive="base">
                                        <p:cTn id="2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9" grpId="0"/>
    </p:bldLst>
  </p:timing>
</p:sld>
</file>

<file path=ppt/tags/tag1.xml><?xml version="1.0" encoding="utf-8"?>
<p:tagLst xmlns:a="http://schemas.openxmlformats.org/drawingml/2006/main" xmlns:r="http://schemas.openxmlformats.org/officeDocument/2006/relationships" xmlns:p="http://schemas.openxmlformats.org/presentationml/2006/main">
  <p:tag name="ARTICULATE_DESIGN_ID_OFFICE THEME" val="ROGxgyxs"/>
  <p:tag name="ARTICULATE_PROJECT_OPEN" val="0"/>
  <p:tag name="ARTICULATE_SLIDE_COUNT" val="1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487</TotalTime>
  <Words>529</Words>
  <Application>Microsoft Office PowerPoint</Application>
  <PresentationFormat>On-screen Show (16:9)</PresentationFormat>
  <Paragraphs>82</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Lato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AICW Student Project Presentation Template 2026</dc:title>
  <dc:subject>PptxGenJS Presentation</dc:subject>
  <dc:creator>PptxGenJS</dc:creator>
  <cp:lastModifiedBy>Vaidehiba Barad</cp:lastModifiedBy>
  <cp:revision>28</cp:revision>
  <dcterms:created xsi:type="dcterms:W3CDTF">2026-02-18T09:17:23Z</dcterms:created>
  <dcterms:modified xsi:type="dcterms:W3CDTF">2026-04-04T04:00:55Z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1F7F540C-1CAD-4091-84DE-558331FD12BA</vt:lpwstr>
  </property>
  <property fmtid="{D5CDD505-2E9C-101B-9397-08002B2CF9AE}" pid="3" name="ArticulatePath">
    <vt:lpwstr>https://edunetfoundationorg-my.sharepoint.com/personal/kaisar_edunetfoundation_org/Documents/Task/AICW/Student project/AI Fellowship Project Template2026 (1)</vt:lpwstr>
  </property>
</Properties>
</file>